
<file path=[Content_Types].xml><?xml version="1.0" encoding="utf-8"?>
<Types xmlns="http://schemas.openxmlformats.org/package/2006/content-types">
  <Default ContentType="image/x-emf" Extension="emf"/>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ms-powerpoint.changesinfo+xml" PartName="/ppt/changesInfos/changesInfo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58" r:id="rId4"/>
    <p:sldId id="260" r:id="rId5"/>
    <p:sldId id="261" r:id="rId6"/>
    <p:sldId id="285" r:id="rId7"/>
    <p:sldId id="263" r:id="rId8"/>
    <p:sldId id="265" r:id="rId9"/>
    <p:sldId id="271" r:id="rId10"/>
    <p:sldId id="286" r:id="rId11"/>
    <p:sldId id="272" r:id="rId12"/>
    <p:sldId id="273" r:id="rId13"/>
    <p:sldId id="287" r:id="rId14"/>
    <p:sldId id="275" r:id="rId15"/>
    <p:sldId id="288" r:id="rId16"/>
    <p:sldId id="289" r:id="rId17"/>
    <p:sldId id="291" r:id="rId18"/>
    <p:sldId id="292" r:id="rId19"/>
    <p:sldId id="293" r:id="rId20"/>
    <p:sldId id="294" r:id="rId21"/>
    <p:sldId id="295" r:id="rId22"/>
    <p:sldId id="297" r:id="rId23"/>
    <p:sldId id="277" r:id="rId24"/>
    <p:sldId id="306" r:id="rId25"/>
    <p:sldId id="278" r:id="rId26"/>
    <p:sldId id="298" r:id="rId27"/>
    <p:sldId id="279" r:id="rId28"/>
    <p:sldId id="280" r:id="rId29"/>
    <p:sldId id="281" r:id="rId30"/>
    <p:sldId id="299" r:id="rId31"/>
    <p:sldId id="282" r:id="rId32"/>
    <p:sldId id="283" r:id="rId33"/>
    <p:sldId id="284" r:id="rId34"/>
    <p:sldId id="300" r:id="rId35"/>
    <p:sldId id="301" r:id="rId36"/>
    <p:sldId id="302" r:id="rId37"/>
    <p:sldId id="303" r:id="rId3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5A8C69-DC6F-0D45-9344-A618706654B6}" v="9" dt="2025-01-28T18:03:09.7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86531" autoAdjust="0"/>
  </p:normalViewPr>
  <p:slideViewPr>
    <p:cSldViewPr>
      <p:cViewPr varScale="1">
        <p:scale>
          <a:sx n="110" d="100"/>
          <a:sy n="110" d="100"/>
        </p:scale>
        <p:origin x="1216" y="176"/>
      </p:cViewPr>
      <p:guideLst>
        <p:guide orient="horz" pos="2160"/>
        <p:guide pos="2880"/>
      </p:guideLst>
    </p:cSldViewPr>
  </p:slideViewPr>
  <p:outlineViewPr>
    <p:cViewPr>
      <p:scale>
        <a:sx n="33" d="100"/>
        <a:sy n="33" d="100"/>
      </p:scale>
      <p:origin x="0" y="3276"/>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notesMasters/notesMaster1.xml" Type="http://schemas.openxmlformats.org/officeDocument/2006/relationships/notesMaster"/><Relationship Id="rId4" Target="slides/slide3.xml" Type="http://schemas.openxmlformats.org/officeDocument/2006/relationships/slide"/><Relationship Id="rId40" Target="presProps.xml" Type="http://schemas.openxmlformats.org/officeDocument/2006/relationships/presProps"/><Relationship Id="rId41" Target="viewProps.xml" Type="http://schemas.openxmlformats.org/officeDocument/2006/relationships/viewProps"/><Relationship Id="rId42" Target="theme/theme1.xml" Type="http://schemas.openxmlformats.org/officeDocument/2006/relationships/theme"/><Relationship Id="rId43" Target="tableStyles.xml" Type="http://schemas.openxmlformats.org/officeDocument/2006/relationships/tableStyles"/><Relationship Id="rId44" Target="changesInfos/changesInfo1.xml" Type="http://schemas.microsoft.com/office/2016/11/relationships/changesInfo"/><Relationship Id="rId45" Target="revisionInfo.xml" Type="http://schemas.microsoft.com/office/2015/10/relationships/revisionInfo"/><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yu Wang" userId="6406db16-6bcf-417a-b94e-92b777e24946" providerId="ADAL" clId="{175A8C69-DC6F-0D45-9344-A618706654B6}"/>
    <pc:docChg chg="undo custSel modSld">
      <pc:chgData name="Chenyu Wang" userId="6406db16-6bcf-417a-b94e-92b777e24946" providerId="ADAL" clId="{175A8C69-DC6F-0D45-9344-A618706654B6}" dt="2025-01-28T18:06:32.043" v="190" actId="20577"/>
      <pc:docMkLst>
        <pc:docMk/>
      </pc:docMkLst>
      <pc:sldChg chg="addSp modSp mod">
        <pc:chgData name="Chenyu Wang" userId="6406db16-6bcf-417a-b94e-92b777e24946" providerId="ADAL" clId="{175A8C69-DC6F-0D45-9344-A618706654B6}" dt="2025-01-28T18:02:43.322" v="44" actId="1076"/>
        <pc:sldMkLst>
          <pc:docMk/>
          <pc:sldMk cId="2667690275" sldId="307"/>
        </pc:sldMkLst>
        <pc:spChg chg="mod">
          <ac:chgData name="Chenyu Wang" userId="6406db16-6bcf-417a-b94e-92b777e24946" providerId="ADAL" clId="{175A8C69-DC6F-0D45-9344-A618706654B6}" dt="2025-01-28T18:00:35.937" v="1"/>
          <ac:spMkLst>
            <pc:docMk/>
            <pc:sldMk cId="2667690275" sldId="307"/>
            <ac:spMk id="2" creationId="{37ECB148-E184-4699-5DE0-C20C4C77B79C}"/>
          </ac:spMkLst>
        </pc:spChg>
        <pc:spChg chg="mod">
          <ac:chgData name="Chenyu Wang" userId="6406db16-6bcf-417a-b94e-92b777e24946" providerId="ADAL" clId="{175A8C69-DC6F-0D45-9344-A618706654B6}" dt="2025-01-28T18:02:22.057" v="18"/>
          <ac:spMkLst>
            <pc:docMk/>
            <pc:sldMk cId="2667690275" sldId="307"/>
            <ac:spMk id="3" creationId="{2E2541ED-0060-2426-4826-288F8CC39813}"/>
          </ac:spMkLst>
        </pc:spChg>
        <pc:spChg chg="add mod">
          <ac:chgData name="Chenyu Wang" userId="6406db16-6bcf-417a-b94e-92b777e24946" providerId="ADAL" clId="{175A8C69-DC6F-0D45-9344-A618706654B6}" dt="2025-01-28T18:02:43.322" v="44" actId="1076"/>
          <ac:spMkLst>
            <pc:docMk/>
            <pc:sldMk cId="2667690275" sldId="307"/>
            <ac:spMk id="5" creationId="{5B3F0302-2860-46C0-B4B1-4C2EA09D41D7}"/>
          </ac:spMkLst>
        </pc:spChg>
      </pc:sldChg>
      <pc:sldChg chg="addSp modSp mod">
        <pc:chgData name="Chenyu Wang" userId="6406db16-6bcf-417a-b94e-92b777e24946" providerId="ADAL" clId="{175A8C69-DC6F-0D45-9344-A618706654B6}" dt="2025-01-28T18:02:45.369" v="45"/>
        <pc:sldMkLst>
          <pc:docMk/>
          <pc:sldMk cId="2171197702" sldId="308"/>
        </pc:sldMkLst>
        <pc:spChg chg="mod">
          <ac:chgData name="Chenyu Wang" userId="6406db16-6bcf-417a-b94e-92b777e24946" providerId="ADAL" clId="{175A8C69-DC6F-0D45-9344-A618706654B6}" dt="2025-01-28T18:01:20.484" v="9" actId="403"/>
          <ac:spMkLst>
            <pc:docMk/>
            <pc:sldMk cId="2171197702" sldId="308"/>
            <ac:spMk id="3" creationId="{0307B259-0268-F609-5D30-793F565379BC}"/>
          </ac:spMkLst>
        </pc:spChg>
        <pc:spChg chg="add mod">
          <ac:chgData name="Chenyu Wang" userId="6406db16-6bcf-417a-b94e-92b777e24946" providerId="ADAL" clId="{175A8C69-DC6F-0D45-9344-A618706654B6}" dt="2025-01-28T18:02:45.369" v="45"/>
          <ac:spMkLst>
            <pc:docMk/>
            <pc:sldMk cId="2171197702" sldId="308"/>
            <ac:spMk id="4" creationId="{066F8753-26C6-4778-7203-AA3AA459B88A}"/>
          </ac:spMkLst>
        </pc:spChg>
      </pc:sldChg>
      <pc:sldChg chg="addSp modSp mod">
        <pc:chgData name="Chenyu Wang" userId="6406db16-6bcf-417a-b94e-92b777e24946" providerId="ADAL" clId="{175A8C69-DC6F-0D45-9344-A618706654B6}" dt="2025-01-28T18:06:32.043" v="190" actId="20577"/>
        <pc:sldMkLst>
          <pc:docMk/>
          <pc:sldMk cId="173339896" sldId="309"/>
        </pc:sldMkLst>
        <pc:spChg chg="mod">
          <ac:chgData name="Chenyu Wang" userId="6406db16-6bcf-417a-b94e-92b777e24946" providerId="ADAL" clId="{175A8C69-DC6F-0D45-9344-A618706654B6}" dt="2025-01-28T18:01:27.478" v="11" actId="20577"/>
          <ac:spMkLst>
            <pc:docMk/>
            <pc:sldMk cId="173339896" sldId="309"/>
            <ac:spMk id="2" creationId="{808A11BB-C06F-DEEE-9F31-33FDCE7A1E87}"/>
          </ac:spMkLst>
        </pc:spChg>
        <pc:spChg chg="mod">
          <ac:chgData name="Chenyu Wang" userId="6406db16-6bcf-417a-b94e-92b777e24946" providerId="ADAL" clId="{175A8C69-DC6F-0D45-9344-A618706654B6}" dt="2025-01-28T18:06:32.043" v="190" actId="20577"/>
          <ac:spMkLst>
            <pc:docMk/>
            <pc:sldMk cId="173339896" sldId="309"/>
            <ac:spMk id="3" creationId="{DACDE0F1-3BFA-1CDA-5CFE-9277AD49A090}"/>
          </ac:spMkLst>
        </pc:spChg>
        <pc:spChg chg="add mod">
          <ac:chgData name="Chenyu Wang" userId="6406db16-6bcf-417a-b94e-92b777e24946" providerId="ADAL" clId="{175A8C69-DC6F-0D45-9344-A618706654B6}" dt="2025-01-28T18:02:47.993" v="46"/>
          <ac:spMkLst>
            <pc:docMk/>
            <pc:sldMk cId="173339896" sldId="309"/>
            <ac:spMk id="4" creationId="{9B175C8B-D423-E16D-66C9-67B2728DCC60}"/>
          </ac:spMkLst>
        </pc:spChg>
      </pc:sldChg>
      <pc:sldChg chg="addSp modSp mod">
        <pc:chgData name="Chenyu Wang" userId="6406db16-6bcf-417a-b94e-92b777e24946" providerId="ADAL" clId="{175A8C69-DC6F-0D45-9344-A618706654B6}" dt="2025-01-28T18:05:56.880" v="183" actId="20577"/>
        <pc:sldMkLst>
          <pc:docMk/>
          <pc:sldMk cId="604908225" sldId="310"/>
        </pc:sldMkLst>
        <pc:spChg chg="mod">
          <ac:chgData name="Chenyu Wang" userId="6406db16-6bcf-417a-b94e-92b777e24946" providerId="ADAL" clId="{175A8C69-DC6F-0D45-9344-A618706654B6}" dt="2025-01-28T18:05:56.880" v="183" actId="20577"/>
          <ac:spMkLst>
            <pc:docMk/>
            <pc:sldMk cId="604908225" sldId="310"/>
            <ac:spMk id="2" creationId="{E4527860-8B82-0523-88FE-A08EE4184B7B}"/>
          </ac:spMkLst>
        </pc:spChg>
        <pc:spChg chg="mod">
          <ac:chgData name="Chenyu Wang" userId="6406db16-6bcf-417a-b94e-92b777e24946" providerId="ADAL" clId="{175A8C69-DC6F-0D45-9344-A618706654B6}" dt="2025-01-28T18:05:25.892" v="144" actId="20577"/>
          <ac:spMkLst>
            <pc:docMk/>
            <pc:sldMk cId="604908225" sldId="310"/>
            <ac:spMk id="3" creationId="{EB291D20-8CC6-6EA9-CAE9-419AA994BC7F}"/>
          </ac:spMkLst>
        </pc:spChg>
        <pc:spChg chg="add mod">
          <ac:chgData name="Chenyu Wang" userId="6406db16-6bcf-417a-b94e-92b777e24946" providerId="ADAL" clId="{175A8C69-DC6F-0D45-9344-A618706654B6}" dt="2025-01-28T18:03:19.776" v="73" actId="20577"/>
          <ac:spMkLst>
            <pc:docMk/>
            <pc:sldMk cId="604908225" sldId="310"/>
            <ac:spMk id="4" creationId="{AC8AE166-079C-944A-CE55-7589A8D2FA97}"/>
          </ac:spMkLst>
        </pc:spChg>
        <pc:spChg chg="add mod">
          <ac:chgData name="Chenyu Wang" userId="6406db16-6bcf-417a-b94e-92b777e24946" providerId="ADAL" clId="{175A8C69-DC6F-0D45-9344-A618706654B6}" dt="2025-01-28T18:03:08.820" v="58"/>
          <ac:spMkLst>
            <pc:docMk/>
            <pc:sldMk cId="604908225" sldId="310"/>
            <ac:spMk id="5" creationId="{D021A75E-2DA4-2F34-237E-1743DF856613}"/>
          </ac:spMkLst>
        </pc:spChg>
      </pc:sldChg>
      <pc:sldChg chg="addSp modSp mod">
        <pc:chgData name="Chenyu Wang" userId="6406db16-6bcf-417a-b94e-92b777e24946" providerId="ADAL" clId="{175A8C69-DC6F-0D45-9344-A618706654B6}" dt="2025-01-28T18:06:26.337" v="189" actId="20577"/>
        <pc:sldMkLst>
          <pc:docMk/>
          <pc:sldMk cId="144721026" sldId="311"/>
        </pc:sldMkLst>
        <pc:spChg chg="mod">
          <ac:chgData name="Chenyu Wang" userId="6406db16-6bcf-417a-b94e-92b777e24946" providerId="ADAL" clId="{175A8C69-DC6F-0D45-9344-A618706654B6}" dt="2025-01-28T18:06:26.337" v="189" actId="20577"/>
          <ac:spMkLst>
            <pc:docMk/>
            <pc:sldMk cId="144721026" sldId="311"/>
            <ac:spMk id="3" creationId="{6F6954D8-B579-550E-207B-6AD00236F523}"/>
          </ac:spMkLst>
        </pc:spChg>
        <pc:spChg chg="add mod">
          <ac:chgData name="Chenyu Wang" userId="6406db16-6bcf-417a-b94e-92b777e24946" providerId="ADAL" clId="{175A8C69-DC6F-0D45-9344-A618706654B6}" dt="2025-01-28T18:03:46.390" v="119" actId="20577"/>
          <ac:spMkLst>
            <pc:docMk/>
            <pc:sldMk cId="144721026" sldId="311"/>
            <ac:spMk id="4" creationId="{2D494BB2-87E0-C9BB-E8DB-E465AD50B83E}"/>
          </ac:spMkLst>
        </pc:spChg>
      </pc:sldChg>
      <pc:sldChg chg="addSp modSp mod">
        <pc:chgData name="Chenyu Wang" userId="6406db16-6bcf-417a-b94e-92b777e24946" providerId="ADAL" clId="{175A8C69-DC6F-0D45-9344-A618706654B6}" dt="2025-01-28T18:06:21.165" v="188" actId="20577"/>
        <pc:sldMkLst>
          <pc:docMk/>
          <pc:sldMk cId="370699676" sldId="312"/>
        </pc:sldMkLst>
        <pc:spChg chg="mod">
          <ac:chgData name="Chenyu Wang" userId="6406db16-6bcf-417a-b94e-92b777e24946" providerId="ADAL" clId="{175A8C69-DC6F-0D45-9344-A618706654B6}" dt="2025-01-28T18:06:21.165" v="188" actId="20577"/>
          <ac:spMkLst>
            <pc:docMk/>
            <pc:sldMk cId="370699676" sldId="312"/>
            <ac:spMk id="3" creationId="{EEE4FD77-4719-4CA4-44F7-E116812F571A}"/>
          </ac:spMkLst>
        </pc:spChg>
        <pc:spChg chg="add mod">
          <ac:chgData name="Chenyu Wang" userId="6406db16-6bcf-417a-b94e-92b777e24946" providerId="ADAL" clId="{175A8C69-DC6F-0D45-9344-A618706654B6}" dt="2025-01-28T18:03:37.377" v="95" actId="20577"/>
          <ac:spMkLst>
            <pc:docMk/>
            <pc:sldMk cId="370699676" sldId="312"/>
            <ac:spMk id="4" creationId="{D30E9821-9012-006A-CCF4-5C3D616D812B}"/>
          </ac:spMkLst>
        </pc:spChg>
      </pc:sldChg>
    </pc:docChg>
  </pc:docChgLst>
  <pc:docChgLst>
    <pc:chgData name="Chenyu Wang" userId="6406db16-6bcf-417a-b94e-92b777e24946" providerId="ADAL" clId="{845A7347-138C-014A-AB7E-8D3962EC4CCA}"/>
    <pc:docChg chg="delSld">
      <pc:chgData name="Chenyu Wang" userId="6406db16-6bcf-417a-b94e-92b777e24946" providerId="ADAL" clId="{845A7347-138C-014A-AB7E-8D3962EC4CCA}" dt="2025-01-28T18:07:05.637" v="0" actId="2696"/>
      <pc:docMkLst>
        <pc:docMk/>
      </pc:docMkLst>
      <pc:sldChg chg="del">
        <pc:chgData name="Chenyu Wang" userId="6406db16-6bcf-417a-b94e-92b777e24946" providerId="ADAL" clId="{845A7347-138C-014A-AB7E-8D3962EC4CCA}" dt="2025-01-28T18:07:05.637" v="0" actId="2696"/>
        <pc:sldMkLst>
          <pc:docMk/>
          <pc:sldMk cId="2667690275" sldId="307"/>
        </pc:sldMkLst>
      </pc:sldChg>
      <pc:sldChg chg="del">
        <pc:chgData name="Chenyu Wang" userId="6406db16-6bcf-417a-b94e-92b777e24946" providerId="ADAL" clId="{845A7347-138C-014A-AB7E-8D3962EC4CCA}" dt="2025-01-28T18:07:05.637" v="0" actId="2696"/>
        <pc:sldMkLst>
          <pc:docMk/>
          <pc:sldMk cId="2171197702" sldId="308"/>
        </pc:sldMkLst>
      </pc:sldChg>
      <pc:sldChg chg="del">
        <pc:chgData name="Chenyu Wang" userId="6406db16-6bcf-417a-b94e-92b777e24946" providerId="ADAL" clId="{845A7347-138C-014A-AB7E-8D3962EC4CCA}" dt="2025-01-28T18:07:05.637" v="0" actId="2696"/>
        <pc:sldMkLst>
          <pc:docMk/>
          <pc:sldMk cId="173339896" sldId="309"/>
        </pc:sldMkLst>
      </pc:sldChg>
      <pc:sldChg chg="del">
        <pc:chgData name="Chenyu Wang" userId="6406db16-6bcf-417a-b94e-92b777e24946" providerId="ADAL" clId="{845A7347-138C-014A-AB7E-8D3962EC4CCA}" dt="2025-01-28T18:07:05.637" v="0" actId="2696"/>
        <pc:sldMkLst>
          <pc:docMk/>
          <pc:sldMk cId="604908225" sldId="310"/>
        </pc:sldMkLst>
      </pc:sldChg>
      <pc:sldChg chg="del">
        <pc:chgData name="Chenyu Wang" userId="6406db16-6bcf-417a-b94e-92b777e24946" providerId="ADAL" clId="{845A7347-138C-014A-AB7E-8D3962EC4CCA}" dt="2025-01-28T18:07:05.637" v="0" actId="2696"/>
        <pc:sldMkLst>
          <pc:docMk/>
          <pc:sldMk cId="144721026" sldId="311"/>
        </pc:sldMkLst>
      </pc:sldChg>
      <pc:sldChg chg="del">
        <pc:chgData name="Chenyu Wang" userId="6406db16-6bcf-417a-b94e-92b777e24946" providerId="ADAL" clId="{845A7347-138C-014A-AB7E-8D3962EC4CCA}" dt="2025-01-28T18:07:05.637" v="0" actId="2696"/>
        <pc:sldMkLst>
          <pc:docMk/>
          <pc:sldMk cId="370699676" sldId="312"/>
        </pc:sldMkLst>
      </pc:sldChg>
    </pc:docChg>
  </pc:docChgLst>
</pc:chgInfo>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E9119B9-CF4A-86E2-4F5A-C6619EFE059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3075" name="Rectangle 3">
            <a:extLst>
              <a:ext uri="{FF2B5EF4-FFF2-40B4-BE49-F238E27FC236}">
                <a16:creationId xmlns:a16="http://schemas.microsoft.com/office/drawing/2014/main" id="{E7E532B6-0547-647B-6C9F-D1145B84978A}"/>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41988" name="Rectangle 4">
            <a:extLst>
              <a:ext uri="{FF2B5EF4-FFF2-40B4-BE49-F238E27FC236}">
                <a16:creationId xmlns:a16="http://schemas.microsoft.com/office/drawing/2014/main" id="{06D16A17-DC74-42E0-1591-4B3BF5EF634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24DAAE6C-F50B-8DAD-278F-9D8B6CD64E2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F1F4786A-FA99-5071-77E9-0E55D7B75FF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3079" name="Rectangle 7">
            <a:extLst>
              <a:ext uri="{FF2B5EF4-FFF2-40B4-BE49-F238E27FC236}">
                <a16:creationId xmlns:a16="http://schemas.microsoft.com/office/drawing/2014/main" id="{70C2B801-6372-8A5B-AEB3-8F66EA44F02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2027F07-9A6B-452C-AE2E-90D8D16D0CE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D42EFD0C-A37A-0232-46A9-6B201FF586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E2BC879-1145-4810-98CA-AC0182518C46}" type="slidenum">
              <a:rPr lang="en-US" altLang="en-US"/>
              <a:pPr eaLnBrk="1" hangingPunct="1"/>
              <a:t>1</a:t>
            </a:fld>
            <a:endParaRPr lang="en-US" altLang="en-US"/>
          </a:p>
        </p:txBody>
      </p:sp>
      <p:sp>
        <p:nvSpPr>
          <p:cNvPr id="43011" name="Rectangle 2">
            <a:extLst>
              <a:ext uri="{FF2B5EF4-FFF2-40B4-BE49-F238E27FC236}">
                <a16:creationId xmlns:a16="http://schemas.microsoft.com/office/drawing/2014/main" id="{7B9CDF5E-D0B4-47A7-0D65-9B398A5AE955}"/>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C989683-7BF6-8BEE-140E-B17091A02B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6C75AE60-017E-CC41-1165-E23BEAC844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DC9258-0671-41BB-B2F2-10A36A06478E}" type="slidenum">
              <a:rPr lang="en-US" altLang="en-US"/>
              <a:pPr eaLnBrk="1" hangingPunct="1"/>
              <a:t>2</a:t>
            </a:fld>
            <a:endParaRPr lang="en-US" altLang="en-US"/>
          </a:p>
        </p:txBody>
      </p:sp>
      <p:sp>
        <p:nvSpPr>
          <p:cNvPr id="44035" name="Rectangle 2">
            <a:extLst>
              <a:ext uri="{FF2B5EF4-FFF2-40B4-BE49-F238E27FC236}">
                <a16:creationId xmlns:a16="http://schemas.microsoft.com/office/drawing/2014/main" id="{23DA8C02-7597-6128-CA0B-994D2E83C9F1}"/>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FD73B6AE-7598-59B7-B61F-D3D4894BAE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395E1E96-3BC7-58C8-243F-C123A6600F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6B36B6-C4F1-46D8-9D38-6B5BA6C6FF9B}" type="slidenum">
              <a:rPr lang="en-US" altLang="en-US"/>
              <a:pPr eaLnBrk="1" hangingPunct="1"/>
              <a:t>3</a:t>
            </a:fld>
            <a:endParaRPr lang="en-US" altLang="en-US"/>
          </a:p>
        </p:txBody>
      </p:sp>
      <p:sp>
        <p:nvSpPr>
          <p:cNvPr id="45059" name="Rectangle 2">
            <a:extLst>
              <a:ext uri="{FF2B5EF4-FFF2-40B4-BE49-F238E27FC236}">
                <a16:creationId xmlns:a16="http://schemas.microsoft.com/office/drawing/2014/main" id="{5D1F6BB8-F477-36A2-F872-85049BD62040}"/>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2CC1DEB8-624A-0AEB-462D-8F7F6E0F87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BB9027CB-F472-2937-A8AC-A8733C44B4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A6BF90-7A86-4D23-A389-848F885EC36F}" type="slidenum">
              <a:rPr lang="en-US" altLang="en-US"/>
              <a:pPr eaLnBrk="1" hangingPunct="1"/>
              <a:t>4</a:t>
            </a:fld>
            <a:endParaRPr lang="en-US" altLang="en-US"/>
          </a:p>
        </p:txBody>
      </p:sp>
      <p:sp>
        <p:nvSpPr>
          <p:cNvPr id="46083" name="Rectangle 7">
            <a:extLst>
              <a:ext uri="{FF2B5EF4-FFF2-40B4-BE49-F238E27FC236}">
                <a16:creationId xmlns:a16="http://schemas.microsoft.com/office/drawing/2014/main" id="{8DA41176-4B45-93FB-35F5-0E501F9142C6}"/>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D3A5E5E2-6ECE-4B0D-ADAD-4F0E80D535B2}" type="slidenum">
              <a:rPr lang="en-US" altLang="en-US" sz="1200">
                <a:latin typeface="Times New Roman" panose="02020603050405020304" pitchFamily="18" charset="0"/>
              </a:rPr>
              <a:pPr algn="r"/>
              <a:t>4</a:t>
            </a:fld>
            <a:endParaRPr lang="en-US" altLang="en-US" sz="1200">
              <a:latin typeface="Times New Roman" panose="02020603050405020304" pitchFamily="18" charset="0"/>
            </a:endParaRPr>
          </a:p>
        </p:txBody>
      </p:sp>
      <p:sp>
        <p:nvSpPr>
          <p:cNvPr id="46084" name="Rectangle 2">
            <a:extLst>
              <a:ext uri="{FF2B5EF4-FFF2-40B4-BE49-F238E27FC236}">
                <a16:creationId xmlns:a16="http://schemas.microsoft.com/office/drawing/2014/main" id="{8FF0287A-3F0E-8212-9A74-7668DFBDEFC8}"/>
              </a:ext>
            </a:extLst>
          </p:cNvPr>
          <p:cNvSpPr>
            <a:spLocks noGrp="1" noRot="1" noChangeAspect="1" noChangeArrowheads="1" noTextEdit="1"/>
          </p:cNvSpPr>
          <p:nvPr>
            <p:ph type="sldImg"/>
          </p:nvPr>
        </p:nvSpPr>
        <p:spPr>
          <a:ln/>
        </p:spPr>
      </p:sp>
      <p:sp>
        <p:nvSpPr>
          <p:cNvPr id="46085" name="Rectangle 3">
            <a:extLst>
              <a:ext uri="{FF2B5EF4-FFF2-40B4-BE49-F238E27FC236}">
                <a16:creationId xmlns:a16="http://schemas.microsoft.com/office/drawing/2014/main" id="{20CF92D3-AD3D-3153-0802-1842E2E6B55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84D4CC6-2DC0-AF82-C7DF-291424E8DC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A88F25-B3D4-43F1-A1C2-EC212BC5E4D1}" type="slidenum">
              <a:rPr lang="en-US" altLang="en-US"/>
              <a:pPr eaLnBrk="1" hangingPunct="1"/>
              <a:t>5</a:t>
            </a:fld>
            <a:endParaRPr lang="en-US" altLang="en-US"/>
          </a:p>
        </p:txBody>
      </p:sp>
      <p:sp>
        <p:nvSpPr>
          <p:cNvPr id="47107" name="Rectangle 2">
            <a:extLst>
              <a:ext uri="{FF2B5EF4-FFF2-40B4-BE49-F238E27FC236}">
                <a16:creationId xmlns:a16="http://schemas.microsoft.com/office/drawing/2014/main" id="{4F1BB67C-D02D-85CA-FCFE-2467F2367A8C}"/>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EFF1647E-7115-6F6D-DE3A-316699F005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78923D2D-38A4-E71D-1590-EB7440BA535D}"/>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3E514C6E-AC0F-7DDE-98D2-05DAFFCCF3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C3E10FC3-A3B2-D7BA-B311-8D50C7D421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D4920E-8823-4857-8649-86BB5F38A7ED}" type="slidenum">
              <a:rPr lang="en-US" altLang="en-US"/>
              <a:pPr eaLnBrk="1" hangingPunct="1"/>
              <a:t>7</a:t>
            </a:fld>
            <a:endParaRPr lang="en-US" altLang="en-US"/>
          </a:p>
        </p:txBody>
      </p:sp>
      <p:sp>
        <p:nvSpPr>
          <p:cNvPr id="49155" name="Rectangle 2">
            <a:extLst>
              <a:ext uri="{FF2B5EF4-FFF2-40B4-BE49-F238E27FC236}">
                <a16:creationId xmlns:a16="http://schemas.microsoft.com/office/drawing/2014/main" id="{0F3787C5-F807-E9B3-FAA7-1EBDF5D450AF}"/>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4D872F3B-B8EF-711F-9A2D-C6D2BAF145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F566A483-EB64-A117-227C-9A4DA5EC9A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8904B9-25EA-4B4E-B3C2-3502BCBAF2B4}" type="slidenum">
              <a:rPr lang="en-US" altLang="en-US"/>
              <a:pPr eaLnBrk="1" hangingPunct="1"/>
              <a:t>8</a:t>
            </a:fld>
            <a:endParaRPr lang="en-US" altLang="en-US"/>
          </a:p>
        </p:txBody>
      </p:sp>
      <p:sp>
        <p:nvSpPr>
          <p:cNvPr id="50179" name="Rectangle 2">
            <a:extLst>
              <a:ext uri="{FF2B5EF4-FFF2-40B4-BE49-F238E27FC236}">
                <a16:creationId xmlns:a16="http://schemas.microsoft.com/office/drawing/2014/main" id="{83B54E76-62DF-AD20-3AC9-DDCFB4C2D612}"/>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5F91B050-8874-65DF-6AE7-948F50DE50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A6301BFC-333D-C583-396E-A372E2A51E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3EFE39C-5EB7-4EC3-9413-8C6C5D82AD11}" type="slidenum">
              <a:rPr lang="en-US" altLang="en-US"/>
              <a:pPr eaLnBrk="1" hangingPunct="1"/>
              <a:t>9</a:t>
            </a:fld>
            <a:endParaRPr lang="en-US" altLang="en-US"/>
          </a:p>
        </p:txBody>
      </p:sp>
      <p:sp>
        <p:nvSpPr>
          <p:cNvPr id="51203" name="Rectangle 2">
            <a:extLst>
              <a:ext uri="{FF2B5EF4-FFF2-40B4-BE49-F238E27FC236}">
                <a16:creationId xmlns:a16="http://schemas.microsoft.com/office/drawing/2014/main" id="{B321850A-04FC-B038-1C38-F0B716ACF041}"/>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D6703178-5036-15DF-419D-C12D28EA23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C4E695F-16D0-0605-AFA4-8FA342FE9DDA}"/>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D0D00ED1-D651-F496-A549-80649C4D02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653698F-F96C-7402-0ECA-14DC7065B9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089017D-E7BD-47A5-BED2-097245F8BF9D}" type="slidenum">
              <a:rPr lang="en-US" altLang="en-US"/>
              <a:pPr eaLnBrk="1" hangingPunct="1"/>
              <a:t>11</a:t>
            </a:fld>
            <a:endParaRPr lang="en-US" altLang="en-US"/>
          </a:p>
        </p:txBody>
      </p:sp>
      <p:sp>
        <p:nvSpPr>
          <p:cNvPr id="53251" name="Rectangle 2">
            <a:extLst>
              <a:ext uri="{FF2B5EF4-FFF2-40B4-BE49-F238E27FC236}">
                <a16:creationId xmlns:a16="http://schemas.microsoft.com/office/drawing/2014/main" id="{F75AEB2C-55E1-9355-77AD-0D7EE4E83AA2}"/>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1C1A46E2-79F6-F5F2-C3CE-5862873341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86B48B74-4CFB-BFA3-E842-C97AAB0B0A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137646-D429-4FB4-A1D7-5C686408A270}" type="slidenum">
              <a:rPr lang="en-US" altLang="en-US"/>
              <a:pPr eaLnBrk="1" hangingPunct="1"/>
              <a:t>12</a:t>
            </a:fld>
            <a:endParaRPr lang="en-US" altLang="en-US"/>
          </a:p>
        </p:txBody>
      </p:sp>
      <p:sp>
        <p:nvSpPr>
          <p:cNvPr id="54275" name="Rectangle 2">
            <a:extLst>
              <a:ext uri="{FF2B5EF4-FFF2-40B4-BE49-F238E27FC236}">
                <a16:creationId xmlns:a16="http://schemas.microsoft.com/office/drawing/2014/main" id="{41FB332B-5CB6-768D-E735-29E236A902C0}"/>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4126322A-7B74-80C6-6332-AC6746F23E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F96E65DD-7528-437A-6E3B-08F9F8665838}"/>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47D881A4-C007-47E2-4627-E34635B99A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82A2CE8F-A067-44D1-6BB0-267E4FCD78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CA5F26-1A14-47CF-B2B4-D3446D7D3366}" type="slidenum">
              <a:rPr lang="en-US" altLang="en-US"/>
              <a:pPr eaLnBrk="1" hangingPunct="1"/>
              <a:t>14</a:t>
            </a:fld>
            <a:endParaRPr lang="en-US" altLang="en-US"/>
          </a:p>
        </p:txBody>
      </p:sp>
      <p:sp>
        <p:nvSpPr>
          <p:cNvPr id="56323" name="Rectangle 2">
            <a:extLst>
              <a:ext uri="{FF2B5EF4-FFF2-40B4-BE49-F238E27FC236}">
                <a16:creationId xmlns:a16="http://schemas.microsoft.com/office/drawing/2014/main" id="{51AF6855-7B8A-F61D-6F40-74066C7C3C55}"/>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86EA40FB-657B-9B1F-D64A-E8E466BCB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F15387E4-D7A9-51E4-8305-BBD2AEC2F530}"/>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821CD6BE-BBE7-0B8A-2637-C47E7B4285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F88AE586-92F9-FD6C-99D4-7694207F5950}"/>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0ED5941D-D299-067D-F0A8-BFACF0645C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A8BD96C6-91CA-3C54-37CF-066203F3B6FE}"/>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A8C7CBFC-18A0-DC4C-CAD7-3C0AC38F6B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7F577649-FAF5-1AC0-03DC-2DB23F734436}"/>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754F2ABE-07BB-86B9-9AF4-B8C40F93AF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9242F9AF-8060-1F4F-5D64-FB8B29257BAD}"/>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B326DCB2-A929-40F5-7517-7D5620F3E3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10E6FA7-5213-9B4C-BC25-E43375EACA0A}"/>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9B7911D0-89EA-76BB-B384-939EF67158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36AEA3F-5875-3544-1DA6-BEE4C2ADB8C2}"/>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7616A86A-EA54-1882-4486-96C33AD2F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752A2C31-1E1D-BF52-557B-DA84830E9832}"/>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8141F7C7-F4B3-18AB-5F25-F986023FD5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B67774D3-35DE-4666-4538-B7F6B665B6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883799-06B2-47A7-97FF-29F76C9A7A50}" type="slidenum">
              <a:rPr lang="en-US" altLang="en-US"/>
              <a:pPr eaLnBrk="1" hangingPunct="1"/>
              <a:t>23</a:t>
            </a:fld>
            <a:endParaRPr lang="en-US" altLang="en-US"/>
          </a:p>
        </p:txBody>
      </p:sp>
      <p:sp>
        <p:nvSpPr>
          <p:cNvPr id="65539" name="Rectangle 2">
            <a:extLst>
              <a:ext uri="{FF2B5EF4-FFF2-40B4-BE49-F238E27FC236}">
                <a16:creationId xmlns:a16="http://schemas.microsoft.com/office/drawing/2014/main" id="{1F9919CB-0AFF-CCF9-AA71-CC5378D26AFB}"/>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F5ABBC84-8A4A-A64B-AFFD-8F9A223246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6EBC1DD1-624B-7C61-1917-B7D1D1CCDD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5E7FA80-AAAF-475A-B497-0A73C4BE5F5B}" type="slidenum">
              <a:rPr lang="en-US" altLang="en-US"/>
              <a:pPr eaLnBrk="1" hangingPunct="1"/>
              <a:t>24</a:t>
            </a:fld>
            <a:endParaRPr lang="en-US" altLang="en-US"/>
          </a:p>
        </p:txBody>
      </p:sp>
      <p:sp>
        <p:nvSpPr>
          <p:cNvPr id="66563" name="Rectangle 2">
            <a:extLst>
              <a:ext uri="{FF2B5EF4-FFF2-40B4-BE49-F238E27FC236}">
                <a16:creationId xmlns:a16="http://schemas.microsoft.com/office/drawing/2014/main" id="{E6245D70-9D34-36F3-E56A-CF83E0E8A1D8}"/>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F49FEC4D-C734-6FC8-58ED-7ED4F9B18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extLst>
      <p:ext uri="{BB962C8B-B14F-4D97-AF65-F5344CB8AC3E}">
        <p14:creationId xmlns:p14="http://schemas.microsoft.com/office/powerpoint/2010/main" val="15367620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6EBC1DD1-624B-7C61-1917-B7D1D1CCDD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5E7FA80-AAAF-475A-B497-0A73C4BE5F5B}" type="slidenum">
              <a:rPr lang="en-US" altLang="en-US"/>
              <a:pPr eaLnBrk="1" hangingPunct="1"/>
              <a:t>25</a:t>
            </a:fld>
            <a:endParaRPr lang="en-US" altLang="en-US"/>
          </a:p>
        </p:txBody>
      </p:sp>
      <p:sp>
        <p:nvSpPr>
          <p:cNvPr id="66563" name="Rectangle 2">
            <a:extLst>
              <a:ext uri="{FF2B5EF4-FFF2-40B4-BE49-F238E27FC236}">
                <a16:creationId xmlns:a16="http://schemas.microsoft.com/office/drawing/2014/main" id="{E6245D70-9D34-36F3-E56A-CF83E0E8A1D8}"/>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F49FEC4D-C734-6FC8-58ED-7ED4F9B18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4CF6A95-134E-CFE1-4611-B86544228A0C}"/>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9A304DB3-FC08-3E50-573B-6469000627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050D4CBA-5096-4796-C788-885BBE4A0F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EE5F31E-0888-421A-86D4-E1FE5C1E004E}" type="slidenum">
              <a:rPr lang="en-US" altLang="en-US"/>
              <a:pPr eaLnBrk="1" hangingPunct="1"/>
              <a:t>27</a:t>
            </a:fld>
            <a:endParaRPr lang="en-US" altLang="en-US"/>
          </a:p>
        </p:txBody>
      </p:sp>
      <p:sp>
        <p:nvSpPr>
          <p:cNvPr id="68611" name="Rectangle 2">
            <a:extLst>
              <a:ext uri="{FF2B5EF4-FFF2-40B4-BE49-F238E27FC236}">
                <a16:creationId xmlns:a16="http://schemas.microsoft.com/office/drawing/2014/main" id="{C5CBFBC7-9A3C-5197-DC75-5BC21743F42D}"/>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069D20B1-5CAD-A214-C1E2-45D98FC1AB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8D29B9D4-38CB-B4C1-A7A5-76C4E46F3D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58E9557-67E7-42A8-8A86-E80CABA1B515}" type="slidenum">
              <a:rPr lang="en-US" altLang="en-US"/>
              <a:pPr eaLnBrk="1" hangingPunct="1"/>
              <a:t>28</a:t>
            </a:fld>
            <a:endParaRPr lang="en-US" altLang="en-US"/>
          </a:p>
        </p:txBody>
      </p:sp>
      <p:sp>
        <p:nvSpPr>
          <p:cNvPr id="69635" name="Rectangle 2">
            <a:extLst>
              <a:ext uri="{FF2B5EF4-FFF2-40B4-BE49-F238E27FC236}">
                <a16:creationId xmlns:a16="http://schemas.microsoft.com/office/drawing/2014/main" id="{048C6600-B56E-038B-7E98-8AE0AD97EC41}"/>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A8D81005-2CDE-1B5C-B069-6E805EF720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D24ACC97-1CC9-B401-E53B-26DC9B6C80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0B0FCC-B46C-40EA-B430-5FD9A1510F64}" type="slidenum">
              <a:rPr lang="en-US" altLang="en-US"/>
              <a:pPr eaLnBrk="1" hangingPunct="1"/>
              <a:t>29</a:t>
            </a:fld>
            <a:endParaRPr lang="en-US" altLang="en-US"/>
          </a:p>
        </p:txBody>
      </p:sp>
      <p:sp>
        <p:nvSpPr>
          <p:cNvPr id="70659" name="Rectangle 2">
            <a:extLst>
              <a:ext uri="{FF2B5EF4-FFF2-40B4-BE49-F238E27FC236}">
                <a16:creationId xmlns:a16="http://schemas.microsoft.com/office/drawing/2014/main" id="{57F3532B-F92B-4553-EC24-830F615DCC88}"/>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254F18AB-3327-C52E-508E-2963C141AB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A0B0E62-858D-A0A7-0DBC-9D1B4EF0DC89}"/>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D08FBD55-2D9C-66C3-98E4-E9D1D608E1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E666ABB7-E360-0043-F5A4-66F3F3C778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89C8B6-CE8B-454C-ACF0-28CE5E33A44F}" type="slidenum">
              <a:rPr lang="en-US" altLang="en-US"/>
              <a:pPr eaLnBrk="1" hangingPunct="1"/>
              <a:t>31</a:t>
            </a:fld>
            <a:endParaRPr lang="en-US" altLang="en-US"/>
          </a:p>
        </p:txBody>
      </p:sp>
      <p:sp>
        <p:nvSpPr>
          <p:cNvPr id="72707" name="Rectangle 2">
            <a:extLst>
              <a:ext uri="{FF2B5EF4-FFF2-40B4-BE49-F238E27FC236}">
                <a16:creationId xmlns:a16="http://schemas.microsoft.com/office/drawing/2014/main" id="{3C59BEA6-E15A-E70B-DED0-2CBAAA097878}"/>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4D4AAD47-E78E-6749-20C7-BD043A96CF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57B03203-CE49-C8CB-E035-FB13B2804E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A4E2BA-6334-432B-B573-1C4998F460E2}" type="slidenum">
              <a:rPr lang="en-US" altLang="en-US"/>
              <a:pPr eaLnBrk="1" hangingPunct="1"/>
              <a:t>32</a:t>
            </a:fld>
            <a:endParaRPr lang="en-US" altLang="en-US"/>
          </a:p>
        </p:txBody>
      </p:sp>
      <p:sp>
        <p:nvSpPr>
          <p:cNvPr id="73731" name="Rectangle 2">
            <a:extLst>
              <a:ext uri="{FF2B5EF4-FFF2-40B4-BE49-F238E27FC236}">
                <a16:creationId xmlns:a16="http://schemas.microsoft.com/office/drawing/2014/main" id="{62890BC8-2E06-37AE-5192-C52E3542DEC4}"/>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DBF75C52-272E-EC60-CF6F-A7DD8B3CA4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C864CD34-4E82-D7B0-F74B-C6DC7E42A9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4567EF-BEFD-4E8D-9008-41009683CFBC}" type="slidenum">
              <a:rPr lang="en-US" altLang="en-US"/>
              <a:pPr eaLnBrk="1" hangingPunct="1"/>
              <a:t>33</a:t>
            </a:fld>
            <a:endParaRPr lang="en-US" altLang="en-US"/>
          </a:p>
        </p:txBody>
      </p:sp>
      <p:sp>
        <p:nvSpPr>
          <p:cNvPr id="74755" name="Rectangle 2">
            <a:extLst>
              <a:ext uri="{FF2B5EF4-FFF2-40B4-BE49-F238E27FC236}">
                <a16:creationId xmlns:a16="http://schemas.microsoft.com/office/drawing/2014/main" id="{0295A9AC-0B31-15AE-D7BE-8D90148C8007}"/>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FD4A5B1C-0E01-BF24-6967-AB2E7DFDA8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08AC631A-8842-6A88-B010-A0413592C59A}"/>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F2C85054-C691-E476-00CA-5C4DCCDE20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22222215-621E-40B4-E123-D285893DA959}"/>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31620299-8B8F-98DA-9955-2010846B9B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5351044F-B88C-E7FC-8957-FDFB8F451C16}"/>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97B6918D-E6F3-6196-8575-1F58223480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C4E27EB0-D65C-A73D-5E00-2017FEC31F25}"/>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55932992-3D28-8466-7499-1A76D1A128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D1B734F9-5CBB-D6EE-4A93-9D92EE892F0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C43F6C0-2383-6CAB-E48F-EE137961979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43DC5AB-D06F-5520-50C7-09BE55AAB286}"/>
              </a:ext>
            </a:extLst>
          </p:cNvPr>
          <p:cNvSpPr>
            <a:spLocks noGrp="1" noChangeArrowheads="1"/>
          </p:cNvSpPr>
          <p:nvPr>
            <p:ph type="sldNum" sz="quarter" idx="12"/>
          </p:nvPr>
        </p:nvSpPr>
        <p:spPr>
          <a:ln/>
        </p:spPr>
        <p:txBody>
          <a:bodyPr/>
          <a:lstStyle>
            <a:lvl1pPr>
              <a:defRPr/>
            </a:lvl1pPr>
          </a:lstStyle>
          <a:p>
            <a:fld id="{E607A81E-43AC-47BF-B9A3-F94563476F14}" type="slidenum">
              <a:rPr lang="en-US" altLang="en-US"/>
              <a:pPr/>
              <a:t>‹#›</a:t>
            </a:fld>
            <a:endParaRPr lang="en-US" altLang="en-US"/>
          </a:p>
        </p:txBody>
      </p:sp>
    </p:spTree>
    <p:extLst>
      <p:ext uri="{BB962C8B-B14F-4D97-AF65-F5344CB8AC3E}">
        <p14:creationId xmlns:p14="http://schemas.microsoft.com/office/powerpoint/2010/main" val="191143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AF11F0B-48EC-929B-930F-7EE5C8ACE74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AF3E94E-148D-E55C-AE16-92DF51884E8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7DFF31E-0FCB-F4DC-4CBC-928C924D254B}"/>
              </a:ext>
            </a:extLst>
          </p:cNvPr>
          <p:cNvSpPr>
            <a:spLocks noGrp="1" noChangeArrowheads="1"/>
          </p:cNvSpPr>
          <p:nvPr>
            <p:ph type="sldNum" sz="quarter" idx="12"/>
          </p:nvPr>
        </p:nvSpPr>
        <p:spPr>
          <a:ln/>
        </p:spPr>
        <p:txBody>
          <a:bodyPr/>
          <a:lstStyle>
            <a:lvl1pPr>
              <a:defRPr/>
            </a:lvl1pPr>
          </a:lstStyle>
          <a:p>
            <a:fld id="{C28694C5-D5F5-454C-9A58-D22B8BDB7836}" type="slidenum">
              <a:rPr lang="en-US" altLang="en-US"/>
              <a:pPr/>
              <a:t>‹#›</a:t>
            </a:fld>
            <a:endParaRPr lang="en-US" altLang="en-US"/>
          </a:p>
        </p:txBody>
      </p:sp>
    </p:spTree>
    <p:extLst>
      <p:ext uri="{BB962C8B-B14F-4D97-AF65-F5344CB8AC3E}">
        <p14:creationId xmlns:p14="http://schemas.microsoft.com/office/powerpoint/2010/main" val="1045568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F06ADDB-C876-A522-AC3C-D7175944255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25B5E22-0652-907B-7B23-4CEC75C15A9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FE6FC96-DF84-F193-603E-A60A163D6058}"/>
              </a:ext>
            </a:extLst>
          </p:cNvPr>
          <p:cNvSpPr>
            <a:spLocks noGrp="1" noChangeArrowheads="1"/>
          </p:cNvSpPr>
          <p:nvPr>
            <p:ph type="sldNum" sz="quarter" idx="12"/>
          </p:nvPr>
        </p:nvSpPr>
        <p:spPr>
          <a:ln/>
        </p:spPr>
        <p:txBody>
          <a:bodyPr/>
          <a:lstStyle>
            <a:lvl1pPr>
              <a:defRPr/>
            </a:lvl1pPr>
          </a:lstStyle>
          <a:p>
            <a:fld id="{3A13A266-B50C-4B25-BAB6-FF8317B064B3}" type="slidenum">
              <a:rPr lang="en-US" altLang="en-US"/>
              <a:pPr/>
              <a:t>‹#›</a:t>
            </a:fld>
            <a:endParaRPr lang="en-US" altLang="en-US"/>
          </a:p>
        </p:txBody>
      </p:sp>
    </p:spTree>
    <p:extLst>
      <p:ext uri="{BB962C8B-B14F-4D97-AF65-F5344CB8AC3E}">
        <p14:creationId xmlns:p14="http://schemas.microsoft.com/office/powerpoint/2010/main" val="1509372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063ED6B-4EE8-048C-4F78-0C80C924DFC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A2EB5D4-3162-A3BC-B372-ECB799CED01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FE2A9F2-D779-6A81-F27E-73FC70C2D5A9}"/>
              </a:ext>
            </a:extLst>
          </p:cNvPr>
          <p:cNvSpPr>
            <a:spLocks noGrp="1" noChangeArrowheads="1"/>
          </p:cNvSpPr>
          <p:nvPr>
            <p:ph type="sldNum" sz="quarter" idx="12"/>
          </p:nvPr>
        </p:nvSpPr>
        <p:spPr>
          <a:ln/>
        </p:spPr>
        <p:txBody>
          <a:bodyPr/>
          <a:lstStyle>
            <a:lvl1pPr>
              <a:defRPr/>
            </a:lvl1pPr>
          </a:lstStyle>
          <a:p>
            <a:fld id="{ED19B89C-4976-454A-9B75-049F63EA0439}" type="slidenum">
              <a:rPr lang="en-US" altLang="en-US"/>
              <a:pPr/>
              <a:t>‹#›</a:t>
            </a:fld>
            <a:endParaRPr lang="en-US" altLang="en-US"/>
          </a:p>
        </p:txBody>
      </p:sp>
    </p:spTree>
    <p:extLst>
      <p:ext uri="{BB962C8B-B14F-4D97-AF65-F5344CB8AC3E}">
        <p14:creationId xmlns:p14="http://schemas.microsoft.com/office/powerpoint/2010/main" val="3427299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5A0F9CB-B6AC-A3AC-9D92-9EA88AA3E7D5}"/>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453F7763-DC00-1114-CCB6-39664548C83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A74B7568-D18B-740E-57E0-E08B25A7AE2D}"/>
              </a:ext>
            </a:extLst>
          </p:cNvPr>
          <p:cNvSpPr>
            <a:spLocks noGrp="1" noChangeArrowheads="1"/>
          </p:cNvSpPr>
          <p:nvPr>
            <p:ph type="sldNum" sz="quarter" idx="12"/>
          </p:nvPr>
        </p:nvSpPr>
        <p:spPr>
          <a:ln/>
        </p:spPr>
        <p:txBody>
          <a:bodyPr/>
          <a:lstStyle>
            <a:lvl1pPr>
              <a:defRPr/>
            </a:lvl1pPr>
          </a:lstStyle>
          <a:p>
            <a:fld id="{4AA702D1-704E-4FCB-8DF4-408C8DDB9D02}" type="slidenum">
              <a:rPr lang="en-US" altLang="en-US"/>
              <a:pPr/>
              <a:t>‹#›</a:t>
            </a:fld>
            <a:endParaRPr lang="en-US" altLang="en-US"/>
          </a:p>
        </p:txBody>
      </p:sp>
    </p:spTree>
    <p:extLst>
      <p:ext uri="{BB962C8B-B14F-4D97-AF65-F5344CB8AC3E}">
        <p14:creationId xmlns:p14="http://schemas.microsoft.com/office/powerpoint/2010/main" val="3331526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099491B-74A1-9A69-4107-4BA856D661C0}"/>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0A995EBF-3D7C-5A33-B8E8-D72ABC19EDD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E8B4901-C9AD-F2B8-EDE7-9815374CECD6}"/>
              </a:ext>
            </a:extLst>
          </p:cNvPr>
          <p:cNvSpPr>
            <a:spLocks noGrp="1" noChangeArrowheads="1"/>
          </p:cNvSpPr>
          <p:nvPr>
            <p:ph type="sldNum" sz="quarter" idx="12"/>
          </p:nvPr>
        </p:nvSpPr>
        <p:spPr>
          <a:ln/>
        </p:spPr>
        <p:txBody>
          <a:bodyPr/>
          <a:lstStyle>
            <a:lvl1pPr>
              <a:defRPr/>
            </a:lvl1pPr>
          </a:lstStyle>
          <a:p>
            <a:fld id="{D716499D-4C23-4ED8-AF88-0CB759E0AF6D}" type="slidenum">
              <a:rPr lang="en-US" altLang="en-US"/>
              <a:pPr/>
              <a:t>‹#›</a:t>
            </a:fld>
            <a:endParaRPr lang="en-US" altLang="en-US"/>
          </a:p>
        </p:txBody>
      </p:sp>
    </p:spTree>
    <p:extLst>
      <p:ext uri="{BB962C8B-B14F-4D97-AF65-F5344CB8AC3E}">
        <p14:creationId xmlns:p14="http://schemas.microsoft.com/office/powerpoint/2010/main" val="3805064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FADD5A7-9577-7268-E27C-C058C08234B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BC276B07-87C3-73DC-36DA-ABBAE98F132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6A18E10B-C530-0F94-50EB-1D843780B2D5}"/>
              </a:ext>
            </a:extLst>
          </p:cNvPr>
          <p:cNvSpPr>
            <a:spLocks noGrp="1" noChangeArrowheads="1"/>
          </p:cNvSpPr>
          <p:nvPr>
            <p:ph type="sldNum" sz="quarter" idx="12"/>
          </p:nvPr>
        </p:nvSpPr>
        <p:spPr>
          <a:ln/>
        </p:spPr>
        <p:txBody>
          <a:bodyPr/>
          <a:lstStyle>
            <a:lvl1pPr>
              <a:defRPr/>
            </a:lvl1pPr>
          </a:lstStyle>
          <a:p>
            <a:fld id="{4847785E-A691-4DBA-910D-7F4B765363FA}" type="slidenum">
              <a:rPr lang="en-US" altLang="en-US"/>
              <a:pPr/>
              <a:t>‹#›</a:t>
            </a:fld>
            <a:endParaRPr lang="en-US" altLang="en-US"/>
          </a:p>
        </p:txBody>
      </p:sp>
    </p:spTree>
    <p:extLst>
      <p:ext uri="{BB962C8B-B14F-4D97-AF65-F5344CB8AC3E}">
        <p14:creationId xmlns:p14="http://schemas.microsoft.com/office/powerpoint/2010/main" val="3535483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DE0256D-CA51-A604-CA6D-CDFD2D3B253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1486EA2-5F8E-A5A2-DC8E-E91E29FC515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D6BE901-AD6D-E88C-CDDE-CA44A10359D3}"/>
              </a:ext>
            </a:extLst>
          </p:cNvPr>
          <p:cNvSpPr>
            <a:spLocks noGrp="1" noChangeArrowheads="1"/>
          </p:cNvSpPr>
          <p:nvPr>
            <p:ph type="sldNum" sz="quarter" idx="12"/>
          </p:nvPr>
        </p:nvSpPr>
        <p:spPr>
          <a:ln/>
        </p:spPr>
        <p:txBody>
          <a:bodyPr/>
          <a:lstStyle>
            <a:lvl1pPr>
              <a:defRPr/>
            </a:lvl1pPr>
          </a:lstStyle>
          <a:p>
            <a:fld id="{34AD7B71-78E4-4D91-A8F7-FF7A350645D6}" type="slidenum">
              <a:rPr lang="en-US" altLang="en-US"/>
              <a:pPr/>
              <a:t>‹#›</a:t>
            </a:fld>
            <a:endParaRPr lang="en-US" altLang="en-US"/>
          </a:p>
        </p:txBody>
      </p:sp>
    </p:spTree>
    <p:extLst>
      <p:ext uri="{BB962C8B-B14F-4D97-AF65-F5344CB8AC3E}">
        <p14:creationId xmlns:p14="http://schemas.microsoft.com/office/powerpoint/2010/main" val="108784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7179936-84D3-2EAB-A261-BE7060E4FE5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EEE7EDE-4CA9-1DB2-22CB-CCF15A94FB1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8B78AFF-3ED3-927D-4364-941F76F7ED8A}"/>
              </a:ext>
            </a:extLst>
          </p:cNvPr>
          <p:cNvSpPr>
            <a:spLocks noGrp="1" noChangeArrowheads="1"/>
          </p:cNvSpPr>
          <p:nvPr>
            <p:ph type="sldNum" sz="quarter" idx="12"/>
          </p:nvPr>
        </p:nvSpPr>
        <p:spPr>
          <a:ln/>
        </p:spPr>
        <p:txBody>
          <a:bodyPr/>
          <a:lstStyle>
            <a:lvl1pPr>
              <a:defRPr/>
            </a:lvl1pPr>
          </a:lstStyle>
          <a:p>
            <a:fld id="{4AED7F72-9946-4391-B39E-42F80998D15D}" type="slidenum">
              <a:rPr lang="en-US" altLang="en-US"/>
              <a:pPr/>
              <a:t>‹#›</a:t>
            </a:fld>
            <a:endParaRPr lang="en-US" altLang="en-US"/>
          </a:p>
        </p:txBody>
      </p:sp>
    </p:spTree>
    <p:extLst>
      <p:ext uri="{BB962C8B-B14F-4D97-AF65-F5344CB8AC3E}">
        <p14:creationId xmlns:p14="http://schemas.microsoft.com/office/powerpoint/2010/main" val="2384938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D28431C-12B3-E72B-45A7-1CA09719B88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A22D8F6-1553-359C-589A-088C4AB27C4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28372ED-DF59-57D9-FE73-E16096536DC0}"/>
              </a:ext>
            </a:extLst>
          </p:cNvPr>
          <p:cNvSpPr>
            <a:spLocks noGrp="1" noChangeArrowheads="1"/>
          </p:cNvSpPr>
          <p:nvPr>
            <p:ph type="sldNum" sz="quarter" idx="12"/>
          </p:nvPr>
        </p:nvSpPr>
        <p:spPr>
          <a:ln/>
        </p:spPr>
        <p:txBody>
          <a:bodyPr/>
          <a:lstStyle>
            <a:lvl1pPr>
              <a:defRPr/>
            </a:lvl1pPr>
          </a:lstStyle>
          <a:p>
            <a:fld id="{58E5BFD9-4C0B-4930-B875-15D537277103}" type="slidenum">
              <a:rPr lang="en-US" altLang="en-US"/>
              <a:pPr/>
              <a:t>‹#›</a:t>
            </a:fld>
            <a:endParaRPr lang="en-US" altLang="en-US"/>
          </a:p>
        </p:txBody>
      </p:sp>
    </p:spTree>
    <p:extLst>
      <p:ext uri="{BB962C8B-B14F-4D97-AF65-F5344CB8AC3E}">
        <p14:creationId xmlns:p14="http://schemas.microsoft.com/office/powerpoint/2010/main" val="2625669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77907ED-9583-26D0-5900-28A6F549683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D85DBC0-7B67-3DE9-4319-ED446D89519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F9724EE-F60F-8CD0-CFC5-18DB9F1F3767}"/>
              </a:ext>
            </a:extLst>
          </p:cNvPr>
          <p:cNvSpPr>
            <a:spLocks noGrp="1" noChangeArrowheads="1"/>
          </p:cNvSpPr>
          <p:nvPr>
            <p:ph type="sldNum" sz="quarter" idx="12"/>
          </p:nvPr>
        </p:nvSpPr>
        <p:spPr>
          <a:ln/>
        </p:spPr>
        <p:txBody>
          <a:bodyPr/>
          <a:lstStyle>
            <a:lvl1pPr>
              <a:defRPr/>
            </a:lvl1pPr>
          </a:lstStyle>
          <a:p>
            <a:fld id="{BAA43964-C523-4AAA-8C75-7F751785A7F3}" type="slidenum">
              <a:rPr lang="en-US" altLang="en-US"/>
              <a:pPr/>
              <a:t>‹#›</a:t>
            </a:fld>
            <a:endParaRPr lang="en-US" altLang="en-US"/>
          </a:p>
        </p:txBody>
      </p:sp>
    </p:spTree>
    <p:extLst>
      <p:ext uri="{BB962C8B-B14F-4D97-AF65-F5344CB8AC3E}">
        <p14:creationId xmlns:p14="http://schemas.microsoft.com/office/powerpoint/2010/main" val="3054526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47800" y="304800"/>
            <a:ext cx="7162800" cy="685800"/>
          </a:xfrm>
        </p:spPr>
        <p:txBody>
          <a:bodyPr/>
          <a:lstStyle/>
          <a:p>
            <a:r>
              <a:rPr lang="en-US"/>
              <a:t>Click to edit Master title style</a:t>
            </a:r>
          </a:p>
        </p:txBody>
      </p:sp>
      <p:sp>
        <p:nvSpPr>
          <p:cNvPr id="3" name="Text Placeholder 2"/>
          <p:cNvSpPr>
            <a:spLocks noGrp="1"/>
          </p:cNvSpPr>
          <p:nvPr>
            <p:ph type="body" sz="half" idx="1"/>
          </p:nvPr>
        </p:nvSpPr>
        <p:spPr>
          <a:xfrm>
            <a:off x="762000" y="15240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4400" y="15240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E62D20D2-1263-8CFB-BF9F-79CF67937BF3}"/>
              </a:ext>
            </a:extLst>
          </p:cNvPr>
          <p:cNvSpPr>
            <a:spLocks noGrp="1" noChangeArrowheads="1"/>
          </p:cNvSpPr>
          <p:nvPr>
            <p:ph type="sldNum" sz="quarter" idx="10"/>
          </p:nvPr>
        </p:nvSpPr>
        <p:spPr/>
        <p:txBody>
          <a:bodyPr/>
          <a:lstStyle>
            <a:lvl1pPr>
              <a:defRPr/>
            </a:lvl1pPr>
          </a:lstStyle>
          <a:p>
            <a:fld id="{20847D79-8B9E-4FA5-9D2B-BB9F6AAC6588}" type="slidenum">
              <a:rPr lang="en-US" altLang="en-US"/>
              <a:pPr/>
              <a:t>‹#›</a:t>
            </a:fld>
            <a:endParaRPr lang="en-US" altLang="en-US"/>
          </a:p>
        </p:txBody>
      </p:sp>
    </p:spTree>
    <p:extLst>
      <p:ext uri="{BB962C8B-B14F-4D97-AF65-F5344CB8AC3E}">
        <p14:creationId xmlns:p14="http://schemas.microsoft.com/office/powerpoint/2010/main" val="83705771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447800" y="304800"/>
            <a:ext cx="7162800" cy="685800"/>
          </a:xfrm>
        </p:spPr>
        <p:txBody>
          <a:bodyPr/>
          <a:lstStyle/>
          <a:p>
            <a:r>
              <a:rPr lang="en-US"/>
              <a:t>Click to edit Master title style</a:t>
            </a:r>
          </a:p>
        </p:txBody>
      </p:sp>
      <p:sp>
        <p:nvSpPr>
          <p:cNvPr id="3" name="Table Placeholder 2"/>
          <p:cNvSpPr>
            <a:spLocks noGrp="1"/>
          </p:cNvSpPr>
          <p:nvPr>
            <p:ph type="tbl" idx="1"/>
          </p:nvPr>
        </p:nvSpPr>
        <p:spPr>
          <a:xfrm>
            <a:off x="762000" y="1524000"/>
            <a:ext cx="7772400" cy="4648200"/>
          </a:xfrm>
        </p:spPr>
        <p:txBody>
          <a:bodyPr/>
          <a:lstStyle/>
          <a:p>
            <a:pPr lvl="0"/>
            <a:endParaRPr lang="en-US" noProof="0"/>
          </a:p>
        </p:txBody>
      </p:sp>
      <p:sp>
        <p:nvSpPr>
          <p:cNvPr id="4" name="Slide Number Placeholder 3">
            <a:extLst>
              <a:ext uri="{FF2B5EF4-FFF2-40B4-BE49-F238E27FC236}">
                <a16:creationId xmlns:a16="http://schemas.microsoft.com/office/drawing/2014/main" id="{531B28D5-6A47-FFE3-77F8-6DE02C25C793}"/>
              </a:ext>
            </a:extLst>
          </p:cNvPr>
          <p:cNvSpPr>
            <a:spLocks noGrp="1" noChangeArrowheads="1"/>
          </p:cNvSpPr>
          <p:nvPr>
            <p:ph type="sldNum" sz="quarter" idx="10"/>
          </p:nvPr>
        </p:nvSpPr>
        <p:spPr/>
        <p:txBody>
          <a:bodyPr/>
          <a:lstStyle>
            <a:lvl1pPr>
              <a:defRPr/>
            </a:lvl1pPr>
          </a:lstStyle>
          <a:p>
            <a:fld id="{0B506FB5-2291-4C55-825A-7F61D5CE8883}" type="slidenum">
              <a:rPr lang="en-US" altLang="en-US"/>
              <a:pPr/>
              <a:t>‹#›</a:t>
            </a:fld>
            <a:endParaRPr lang="en-US" altLang="en-US"/>
          </a:p>
        </p:txBody>
      </p:sp>
    </p:spTree>
    <p:extLst>
      <p:ext uri="{BB962C8B-B14F-4D97-AF65-F5344CB8AC3E}">
        <p14:creationId xmlns:p14="http://schemas.microsoft.com/office/powerpoint/2010/main" val="3520494611"/>
      </p:ext>
    </p:extLst>
  </p:cSld>
  <p:clrMapOvr>
    <a:masterClrMapping/>
  </p:clrMapOvr>
  <p:transition/>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slideLayouts/slideLayout13.xml" Type="http://schemas.openxmlformats.org/officeDocument/2006/relationships/slideLayout"/><Relationship Id="rId14"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9829BF7-2ED5-AEDE-E3E8-C35510F960EB}"/>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F57CE43-6601-3198-50F5-BD11E9CEE850}"/>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C50D7166-2602-4B68-0134-F3FE82DBD81A}"/>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a:extLst>
              <a:ext uri="{FF2B5EF4-FFF2-40B4-BE49-F238E27FC236}">
                <a16:creationId xmlns:a16="http://schemas.microsoft.com/office/drawing/2014/main" id="{4C3ADD4E-CAAF-0B2D-A034-823AD6EF9F4B}"/>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a:extLst>
              <a:ext uri="{FF2B5EF4-FFF2-40B4-BE49-F238E27FC236}">
                <a16:creationId xmlns:a16="http://schemas.microsoft.com/office/drawing/2014/main" id="{3D76D7D9-DA7D-0492-F9A8-E7B66D6D38DC}"/>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E9467655-CA75-46DE-B5C1-B8160301FE1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emf"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5.xml" Type="http://schemas.openxmlformats.org/officeDocument/2006/relationships/notesSlid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7.xml" Type="http://schemas.openxmlformats.org/officeDocument/2006/relationships/notesSlide"/><Relationship Id="rId3" Target="../media/image3.emf"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 Id="rId3" Target="../media/image4.emf"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1.xml" Type="http://schemas.openxmlformats.org/officeDocument/2006/relationships/notesSlide"/><Relationship Id="rId3" Target="../media/image5.emf"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2.xml" Type="http://schemas.openxmlformats.org/officeDocument/2006/relationships/notesSlide"/><Relationship Id="rId3" Target="../media/image6.emf"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3.xml" Type="http://schemas.openxmlformats.org/officeDocument/2006/relationships/notesSlide"/><Relationship Id="rId3"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7.xml" Type="http://schemas.openxmlformats.org/officeDocument/2006/relationships/notesSlide"/><Relationship Id="rId3" Target="../media/image8.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8.xml" Type="http://schemas.openxmlformats.org/officeDocument/2006/relationships/notesSlide"/><Relationship Id="rId3" Target="../media/image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9.xml" Type="http://schemas.openxmlformats.org/officeDocument/2006/relationships/notesSlide"/><Relationship Id="rId3" Target="../media/image1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0.xml" Type="http://schemas.openxmlformats.org/officeDocument/2006/relationships/notesSlide"/><Relationship Id="rId3" Target="../media/image1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1.xml" Type="http://schemas.openxmlformats.org/officeDocument/2006/relationships/notesSlide"/><Relationship Id="rId3" Target="../media/image12.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4.xml" Type="http://schemas.openxmlformats.org/officeDocument/2006/relationships/notesSlide"/><Relationship Id="rId3" Target="../media/image1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5.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 Id="rId5" Target="../media/image1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6.xml" Type="http://schemas.openxmlformats.org/officeDocument/2006/relationships/notesSlide"/><Relationship Id="rId3" Target="../media/image1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7.xml" Type="http://schemas.openxmlformats.org/officeDocument/2006/relationships/notesSlide"/><Relationship Id="rId3" Target="../media/image1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30.xml" Type="http://schemas.openxmlformats.org/officeDocument/2006/relationships/notesSlide"/><Relationship Id="rId3" Target="../media/image1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31.xml" Type="http://schemas.openxmlformats.org/officeDocument/2006/relationships/notesSlide"/><Relationship Id="rId3" Target="../media/image19.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33.xml" Type="http://schemas.openxmlformats.org/officeDocument/2006/relationships/notesSlide"/><Relationship Id="rId3" Target="../media/image20.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34.xml" Type="http://schemas.openxmlformats.org/officeDocument/2006/relationships/notesSlide"/><Relationship Id="rId3" Target="../media/image18.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35.xml" Type="http://schemas.openxmlformats.org/officeDocument/2006/relationships/notesSlide"/><Relationship Id="rId3" Target="../media/image21.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36.xml" Type="http://schemas.openxmlformats.org/officeDocument/2006/relationships/notesSlide"/><Relationship Id="rId3" Target="../media/image22.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37.xml" Type="http://schemas.openxmlformats.org/officeDocument/2006/relationships/notesSlide"/><Relationship Id="rId3" Target="../media/image18.png" Type="http://schemas.openxmlformats.org/officeDocument/2006/relationships/image"/></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38F6EEC-0ABB-2622-CB36-5FC8AD775260}"/>
              </a:ext>
            </a:extLst>
          </p:cNvPr>
          <p:cNvSpPr>
            <a:spLocks noChangeArrowheads="1" noGrp="1"/>
          </p:cNvSpPr>
          <p:nvPr>
            <p:ph type="ctrTitle"/>
          </p:nvPr>
        </p:nvSpPr>
        <p:spPr/>
        <p:txBody>
          <a:bodyPr/>
          <a:lstStyle/>
          <a:p>
            <a:pPr eaLnBrk="1" hangingPunct="1">
              <a:defRPr/>
            </a:pPr>
            <a:r>
              <a:rPr dirty="0" lang="en-US">
                <a:effectLst>
                  <a:outerShdw algn="tl" blurRad="38100" dir="2700000" dist="38100">
                    <a:srgbClr val="C0C0C0"/>
                  </a:outerShdw>
                </a:effectLst>
              </a:rPr>
              <a:t>Software Design Processes and Management</a:t>
            </a:r>
          </a:p>
        </p:txBody>
      </p:sp>
      <p:sp>
        <p:nvSpPr>
          <p:cNvPr id="4099" name="Rectangle 3">
            <a:extLst>
              <a:ext uri="{FF2B5EF4-FFF2-40B4-BE49-F238E27FC236}">
                <a16:creationId xmlns:a16="http://schemas.microsoft.com/office/drawing/2014/main" id="{84D60828-7F2A-519D-4E3C-C1EA8551C266}"/>
              </a:ext>
            </a:extLst>
          </p:cNvPr>
          <p:cNvSpPr>
            <a:spLocks noChangeArrowheads="1" noGrp="1"/>
          </p:cNvSpPr>
          <p:nvPr>
            <p:ph idx="1" type="subTitle"/>
          </p:nvPr>
        </p:nvSpPr>
        <p:spPr/>
        <p:txBody>
          <a:bodyPr/>
          <a:lstStyle/>
          <a:p>
            <a:pPr eaLnBrk="1" hangingPunct="1"/>
            <a:r>
              <a:rPr altLang="en-US" lang="en-US"/>
              <a:t>SWE 3633-Software Design &amp; Architecture</a:t>
            </a:r>
          </a:p>
          <a:p>
            <a:pPr eaLnBrk="1" hangingPunct="1"/>
            <a:endParaRPr altLang="en-US" 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DD48D9E3-4440-A41D-5E77-B60B659FCB83}"/>
              </a:ext>
            </a:extLst>
          </p:cNvPr>
          <p:cNvSpPr>
            <a:spLocks noChangeArrowheads="1" noGrp="1"/>
          </p:cNvSpPr>
          <p:nvPr>
            <p:ph type="title"/>
          </p:nvPr>
        </p:nvSpPr>
        <p:spPr/>
        <p:txBody>
          <a:bodyPr/>
          <a:lstStyle/>
          <a:p>
            <a:pPr eaLnBrk="1" hangingPunct="1">
              <a:defRPr/>
            </a:pPr>
            <a:r>
              <a:rPr b="1" dirty="0" lang="en-US">
                <a:effectLst>
                  <a:outerShdw algn="tl" blurRad="38100" dir="2700000" dist="38100">
                    <a:srgbClr val="C0C0C0"/>
                  </a:outerShdw>
                </a:effectLst>
              </a:rPr>
              <a:t>Analysis and Resolution</a:t>
            </a:r>
          </a:p>
        </p:txBody>
      </p:sp>
      <p:sp>
        <p:nvSpPr>
          <p:cNvPr id="5123" name="Rectangle 3">
            <a:extLst>
              <a:ext uri="{FF2B5EF4-FFF2-40B4-BE49-F238E27FC236}">
                <a16:creationId xmlns:a16="http://schemas.microsoft.com/office/drawing/2014/main" id="{5BE9DF17-4C09-BF24-AEFC-765090DD84D0}"/>
              </a:ext>
            </a:extLst>
          </p:cNvPr>
          <p:cNvSpPr>
            <a:spLocks noChangeArrowheads="1" noGrp="1"/>
          </p:cNvSpPr>
          <p:nvPr>
            <p:ph idx="1" type="body"/>
          </p:nvPr>
        </p:nvSpPr>
        <p:spPr/>
        <p:txBody>
          <a:bodyPr/>
          <a:lstStyle/>
          <a:p>
            <a:pPr eaLnBrk="1" hangingPunct="1"/>
            <a:r>
              <a:rPr altLang="en-US" b="1" lang="en-US">
                <a:solidFill>
                  <a:srgbClr val="009C47"/>
                </a:solidFill>
              </a:rPr>
              <a:t>Regarding Design</a:t>
            </a:r>
          </a:p>
          <a:p>
            <a:pPr eaLnBrk="1" hangingPunct="1"/>
            <a:endParaRPr altLang="en-US" b="1" lang="en-US"/>
          </a:p>
          <a:p>
            <a:pPr eaLnBrk="1" hangingPunct="1" lvl="1"/>
            <a:r>
              <a:rPr altLang="en-US" b="1" lang="en-US"/>
              <a:t>What do you think </a:t>
            </a:r>
            <a:r>
              <a:rPr altLang="en-US" b="1" lang="en-US">
                <a:solidFill>
                  <a:srgbClr val="FF0066"/>
                </a:solidFill>
              </a:rPr>
              <a:t>analysis</a:t>
            </a:r>
            <a:r>
              <a:rPr altLang="en-US" b="1" lang="en-US"/>
              <a:t> is about?</a:t>
            </a:r>
          </a:p>
          <a:p>
            <a:pPr eaLnBrk="1" hangingPunct="1" lvl="1"/>
            <a:endParaRPr altLang="en-US" b="1" lang="en-US"/>
          </a:p>
          <a:p>
            <a:pPr eaLnBrk="1" hangingPunct="1" lvl="1"/>
            <a:r>
              <a:rPr altLang="en-US" b="1" lang="en-US"/>
              <a:t>What do you think </a:t>
            </a:r>
            <a:r>
              <a:rPr altLang="en-US" b="1" lang="en-US">
                <a:solidFill>
                  <a:srgbClr val="FF0066"/>
                </a:solidFill>
              </a:rPr>
              <a:t>resolution</a:t>
            </a:r>
            <a:r>
              <a:rPr altLang="en-US" b="1" lang="en-US"/>
              <a:t> is about?</a:t>
            </a:r>
          </a:p>
          <a:p>
            <a:pPr eaLnBrk="1" hangingPunct="1" lvl="1"/>
            <a:endParaRPr altLang="en-US" b="1" lang="en-US"/>
          </a:p>
          <a:p>
            <a:pPr eaLnBrk="1" hangingPunct="1" lvl="1">
              <a:buFontTx/>
              <a:buNone/>
            </a:pPr>
            <a:r>
              <a:rPr altLang="en-US" b="1" lang="en-US"/>
              <a:t>		See next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CA42C35-149B-556B-1B7C-0A82EB0EC5CD}"/>
              </a:ext>
            </a:extLst>
          </p:cNvPr>
          <p:cNvSpPr>
            <a:spLocks noChangeArrowheads="1" noGrp="1"/>
          </p:cNvSpPr>
          <p:nvPr>
            <p:ph type="title"/>
          </p:nvPr>
        </p:nvSpPr>
        <p:spPr/>
        <p:txBody>
          <a:bodyPr/>
          <a:lstStyle/>
          <a:p>
            <a:pPr eaLnBrk="1" hangingPunct="1">
              <a:defRPr/>
            </a:pPr>
            <a:r>
              <a:rPr b="1" dirty="0" lang="en-US" sz="3600">
                <a:effectLst>
                  <a:outerShdw algn="tl" blurRad="38100" dir="2700000" dist="38100">
                    <a:srgbClr val="C0C0C0"/>
                  </a:outerShdw>
                </a:effectLst>
              </a:rPr>
              <a:t>Analysis and Resolution – cont.</a:t>
            </a:r>
            <a:endParaRPr dirty="0" lang="en-US" sz="3600"/>
          </a:p>
        </p:txBody>
      </p:sp>
      <p:sp>
        <p:nvSpPr>
          <p:cNvPr id="6147" name="Rectangle 3">
            <a:extLst>
              <a:ext uri="{FF2B5EF4-FFF2-40B4-BE49-F238E27FC236}">
                <a16:creationId xmlns:a16="http://schemas.microsoft.com/office/drawing/2014/main" id="{A59C0963-46B4-6BB2-A798-DBD863633977}"/>
              </a:ext>
            </a:extLst>
          </p:cNvPr>
          <p:cNvSpPr>
            <a:spLocks noChangeArrowheads="1" noGrp="1"/>
          </p:cNvSpPr>
          <p:nvPr>
            <p:ph idx="1" type="body"/>
          </p:nvPr>
        </p:nvSpPr>
        <p:spPr>
          <a:xfrm>
            <a:off x="381000" y="1524000"/>
            <a:ext cx="8229600" cy="4525963"/>
          </a:xfrm>
        </p:spPr>
        <p:txBody>
          <a:bodyPr/>
          <a:lstStyle/>
          <a:p>
            <a:pPr eaLnBrk="1" hangingPunct="1"/>
            <a:endParaRPr altLang="en-US" b="1" lang="en-US">
              <a:solidFill>
                <a:srgbClr val="FF0000"/>
              </a:solidFill>
            </a:endParaRPr>
          </a:p>
          <a:p>
            <a:pPr eaLnBrk="1" hangingPunct="1"/>
            <a:r>
              <a:rPr altLang="en-US" b="1" lang="en-US">
                <a:solidFill>
                  <a:srgbClr val="FF0000"/>
                </a:solidFill>
              </a:rPr>
              <a:t>Analysis</a:t>
            </a:r>
            <a:r>
              <a:rPr altLang="en-US" b="1" lang="en-US">
                <a:solidFill>
                  <a:srgbClr val="501821"/>
                </a:solidFill>
              </a:rPr>
              <a:t> is breaking down a </a:t>
            </a:r>
            <a:br>
              <a:rPr altLang="en-US" b="1" lang="en-US">
                <a:solidFill>
                  <a:srgbClr val="501821"/>
                </a:solidFill>
              </a:rPr>
            </a:br>
            <a:r>
              <a:rPr altLang="en-US" b="1" lang="en-US">
                <a:solidFill>
                  <a:srgbClr val="501821"/>
                </a:solidFill>
              </a:rPr>
              <a:t>design problem to </a:t>
            </a:r>
            <a:r>
              <a:rPr altLang="en-US" b="1" lang="en-US">
                <a:solidFill>
                  <a:srgbClr val="009C47"/>
                </a:solidFill>
              </a:rPr>
              <a:t>understand</a:t>
            </a:r>
            <a:r>
              <a:rPr altLang="en-US" b="1" lang="en-US">
                <a:solidFill>
                  <a:srgbClr val="501821"/>
                </a:solidFill>
              </a:rPr>
              <a:t> it.</a:t>
            </a:r>
          </a:p>
          <a:p>
            <a:pPr eaLnBrk="1" hangingPunct="1"/>
            <a:endParaRPr altLang="en-US" b="1" lang="en-US">
              <a:solidFill>
                <a:srgbClr val="501821"/>
              </a:solidFill>
            </a:endParaRPr>
          </a:p>
          <a:p>
            <a:pPr eaLnBrk="1" hangingPunct="1"/>
            <a:r>
              <a:rPr altLang="en-US" b="1" lang="en-US">
                <a:solidFill>
                  <a:srgbClr val="FF0000"/>
                </a:solidFill>
              </a:rPr>
              <a:t>Resolution</a:t>
            </a:r>
            <a:r>
              <a:rPr altLang="en-US" b="1" lang="en-US">
                <a:solidFill>
                  <a:srgbClr val="501821"/>
                </a:solidFill>
              </a:rPr>
              <a:t> is </a:t>
            </a:r>
            <a:r>
              <a:rPr altLang="en-US" b="1" lang="en-US">
                <a:solidFill>
                  <a:srgbClr val="009C47"/>
                </a:solidFill>
              </a:rPr>
              <a:t>solving</a:t>
            </a:r>
            <a:r>
              <a:rPr altLang="en-US" b="1" lang="en-US">
                <a:solidFill>
                  <a:srgbClr val="501821"/>
                </a:solidFill>
              </a:rPr>
              <a:t> a design problem.</a:t>
            </a:r>
            <a:endParaRPr altLang="en-US" b="1" lang="en-CA">
              <a:solidFill>
                <a:srgbClr val="501821"/>
              </a:solidFill>
            </a:endParaRPr>
          </a:p>
          <a:p>
            <a:pPr eaLnBrk="1" hangingPunct="1"/>
            <a:endParaRPr altLang="en-US" lang="en-US">
              <a:solidFill>
                <a:srgbClr val="501821"/>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170" name="Slide Number Placeholder 3">
            <a:extLst>
              <a:ext uri="{FF2B5EF4-FFF2-40B4-BE49-F238E27FC236}">
                <a16:creationId xmlns:a16="http://schemas.microsoft.com/office/drawing/2014/main" id="{0AEAD45F-10B9-AE8B-C5DF-685821C08476}"/>
              </a:ext>
            </a:extLst>
          </p:cNvPr>
          <p:cNvSpPr txBox="1">
            <a:spLocks noGrp="1"/>
          </p:cNvSpPr>
          <p:nvPr/>
        </p:nvSpPr>
        <p:spPr bwMode="auto">
          <a:xfrm>
            <a:off x="7092950" y="6400800"/>
            <a:ext cx="190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r">
              <a:spcBef>
                <a:spcPct val="50000"/>
              </a:spcBef>
            </a:pPr>
            <a:fld id="{84F9ADDC-6212-4B72-ABDE-F7E84C2F8E6E}" type="slidenum">
              <a:rPr altLang="en-US" lang="en-US" sz="1400">
                <a:solidFill>
                  <a:srgbClr val="876B02"/>
                </a:solidFill>
                <a:latin charset="0" panose="020B0606020202030204" pitchFamily="34" typeface="Arial Narrow"/>
              </a:rPr>
              <a:pPr algn="r">
                <a:spcBef>
                  <a:spcPct val="50000"/>
                </a:spcBef>
              </a:pPr>
              <a:t>4</a:t>
            </a:fld>
            <a:endParaRPr altLang="en-US" lang="en-US" sz="1400">
              <a:solidFill>
                <a:srgbClr val="FEEFB8"/>
              </a:solidFill>
              <a:latin charset="0" panose="020B0606020202030204" pitchFamily="34" typeface="Arial Narrow"/>
            </a:endParaRPr>
          </a:p>
        </p:txBody>
      </p:sp>
      <p:sp>
        <p:nvSpPr>
          <p:cNvPr id="217097" name="Rectangle 9">
            <a:extLst>
              <a:ext uri="{FF2B5EF4-FFF2-40B4-BE49-F238E27FC236}">
                <a16:creationId xmlns:a16="http://schemas.microsoft.com/office/drawing/2014/main" id="{E3FADFE2-8C70-EA90-52F8-0BEC3D5D7CF9}"/>
              </a:ext>
            </a:extLst>
          </p:cNvPr>
          <p:cNvSpPr>
            <a:spLocks noChangeArrowheads="1"/>
          </p:cNvSpPr>
          <p:nvPr/>
        </p:nvSpPr>
        <p:spPr bwMode="auto">
          <a:xfrm>
            <a:off x="1844675" y="1600200"/>
            <a:ext cx="5453063" cy="4516438"/>
          </a:xfrm>
          <a:prstGeom prst="rect">
            <a:avLst/>
          </a:prstGeom>
          <a:solidFill>
            <a:srgbClr val="FEEFB8"/>
          </a:solidFill>
          <a:ln algn="ctr" w="12700">
            <a:noFill/>
            <a:miter lim="800000"/>
            <a:headEnd/>
            <a:tailEnd/>
          </a:ln>
          <a:effectLst/>
        </p:spPr>
        <p:txBody>
          <a:bodyPr anchor="ctr">
            <a:spAutoFit/>
          </a:bodyPr>
          <a:lstStyle/>
          <a:p>
            <a:pPr eaLnBrk="0" hangingPunct="0">
              <a:defRPr/>
            </a:pPr>
            <a:endParaRPr b="1" kumimoji="1" lang="en-US" sz="4000">
              <a:solidFill>
                <a:srgbClr val="FEEFB8"/>
              </a:solidFill>
              <a:effectLst>
                <a:outerShdw algn="tl" blurRad="38100" dir="2700000" dist="38100">
                  <a:srgbClr val="000000">
                    <a:alpha val="43137"/>
                  </a:srgbClr>
                </a:outerShdw>
              </a:effectLst>
              <a:latin charset="0" pitchFamily="18" typeface="Garamond"/>
            </a:endParaRPr>
          </a:p>
        </p:txBody>
      </p:sp>
      <p:sp>
        <p:nvSpPr>
          <p:cNvPr id="217090" name="Rectangle 2">
            <a:extLst>
              <a:ext uri="{FF2B5EF4-FFF2-40B4-BE49-F238E27FC236}">
                <a16:creationId xmlns:a16="http://schemas.microsoft.com/office/drawing/2014/main" id="{9CF027EC-57A7-BDF8-9CA8-92E10293AADA}"/>
              </a:ext>
            </a:extLst>
          </p:cNvPr>
          <p:cNvSpPr>
            <a:spLocks noChangeArrowheads="1" noGrp="1"/>
          </p:cNvSpPr>
          <p:nvPr>
            <p:ph idx="4294967295" type="title"/>
          </p:nvPr>
        </p:nvSpPr>
        <p:spPr>
          <a:xfrm>
            <a:off x="1447800" y="304800"/>
            <a:ext cx="7162800" cy="1089025"/>
          </a:xfrm>
        </p:spPr>
        <p:txBody>
          <a:bodyPr anchor="b"/>
          <a:lstStyle/>
          <a:p>
            <a:pPr eaLnBrk="1" hangingPunct="1">
              <a:lnSpc>
                <a:spcPct val="85000"/>
              </a:lnSpc>
              <a:defRPr/>
            </a:pPr>
            <a:r>
              <a:rPr dirty="0" lang="en-US" sz="4000">
                <a:effectLst>
                  <a:outerShdw algn="tl" blurRad="38100" dir="2700000" dist="38100">
                    <a:srgbClr val="C0C0C0"/>
                  </a:outerShdw>
                </a:effectLst>
              </a:rPr>
              <a:t>Analysis and Resolution in Software Design (p 48)</a:t>
            </a:r>
            <a:endParaRPr dirty="0" lang="en-CA" sz="4000">
              <a:effectLst>
                <a:outerShdw algn="tl" blurRad="38100" dir="2700000" dist="38100">
                  <a:srgbClr val="C0C0C0"/>
                </a:outerShdw>
              </a:effectLst>
            </a:endParaRPr>
          </a:p>
        </p:txBody>
      </p:sp>
      <p:pic>
        <p:nvPicPr>
          <p:cNvPr id="7173" name="Picture 17" descr="Activity Diagram of software design steps from idea to design document, including analysis and resolution stages.">
            <a:extLst>
              <a:ext uri="{FF2B5EF4-FFF2-40B4-BE49-F238E27FC236}">
                <a16:creationId xmlns:a16="http://schemas.microsoft.com/office/drawing/2014/main" id="{87E4178A-B09D-740C-3CA8-804623493ECB}"/>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51063" y="1854200"/>
            <a:ext cx="4838700" cy="396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BB0BA5D-E688-9E46-F211-FC52CB231D4D}"/>
              </a:ext>
            </a:extLst>
          </p:cNvPr>
          <p:cNvSpPr>
            <a:spLocks noChangeArrowheads="1" noGrp="1"/>
          </p:cNvSpPr>
          <p:nvPr>
            <p:ph type="title"/>
          </p:nvPr>
        </p:nvSpPr>
        <p:spPr/>
        <p:txBody>
          <a:bodyPr/>
          <a:lstStyle/>
          <a:p>
            <a:pPr eaLnBrk="1" hangingPunct="1">
              <a:defRPr/>
            </a:pPr>
            <a:r>
              <a:rPr b="1" dirty="0" lang="en-US">
                <a:effectLst>
                  <a:outerShdw algn="tl" blurRad="38100" dir="2700000" dist="38100">
                    <a:srgbClr val="C0C0C0"/>
                  </a:outerShdw>
                </a:effectLst>
              </a:rPr>
              <a:t>A Problem-Solving Process</a:t>
            </a:r>
          </a:p>
        </p:txBody>
      </p:sp>
      <p:sp>
        <p:nvSpPr>
          <p:cNvPr id="8195" name="Rectangle 3">
            <a:extLst>
              <a:ext uri="{FF2B5EF4-FFF2-40B4-BE49-F238E27FC236}">
                <a16:creationId xmlns:a16="http://schemas.microsoft.com/office/drawing/2014/main" id="{B6061318-906A-1F36-B6EE-63BF01A5F8B3}"/>
              </a:ext>
            </a:extLst>
          </p:cNvPr>
          <p:cNvSpPr>
            <a:spLocks noChangeArrowheads="1" noGrp="1"/>
          </p:cNvSpPr>
          <p:nvPr>
            <p:ph idx="1" type="body"/>
          </p:nvPr>
        </p:nvSpPr>
        <p:spPr/>
        <p:txBody>
          <a:bodyPr/>
          <a:lstStyle/>
          <a:p>
            <a:pPr eaLnBrk="1" hangingPunct="1" indent="-609600" marL="609600">
              <a:buFont charset="2" panose="05000000000000000000" pitchFamily="2" typeface="Wingdings"/>
              <a:buAutoNum type="arabicPeriod"/>
            </a:pPr>
            <a:r>
              <a:rPr altLang="en-US" b="1" dirty="0" lang="en-US" sz="2400"/>
              <a:t>Understand the problem</a:t>
            </a:r>
          </a:p>
          <a:p>
            <a:pPr eaLnBrk="1" hangingPunct="1" indent="-609600" marL="609600">
              <a:buFont charset="2" panose="05000000000000000000" pitchFamily="2" typeface="Wingdings"/>
              <a:buAutoNum type="arabicPeriod"/>
            </a:pPr>
            <a:r>
              <a:rPr altLang="en-US" b="1" dirty="0" lang="en-US" sz="2400"/>
              <a:t>Generate candidate solutions</a:t>
            </a:r>
          </a:p>
          <a:p>
            <a:pPr eaLnBrk="1" hangingPunct="1" indent="-609600" marL="609600">
              <a:buFont charset="2" panose="05000000000000000000" pitchFamily="2" typeface="Wingdings"/>
              <a:buAutoNum type="arabicPeriod"/>
            </a:pPr>
            <a:r>
              <a:rPr altLang="en-US" b="1" dirty="0" lang="en-US" sz="2400"/>
              <a:t>Evaluate candidate solutions</a:t>
            </a:r>
          </a:p>
          <a:p>
            <a:pPr eaLnBrk="1" hangingPunct="1" indent="-609600" marL="609600">
              <a:buFont charset="2" panose="05000000000000000000" pitchFamily="2" typeface="Wingdings"/>
              <a:buAutoNum type="arabicPeriod"/>
            </a:pPr>
            <a:r>
              <a:rPr altLang="en-US" b="1" dirty="0" lang="en-US" sz="2400"/>
              <a:t>Select the best solution/s</a:t>
            </a:r>
          </a:p>
          <a:p>
            <a:pPr eaLnBrk="1" hangingPunct="1" indent="-609600" marL="609600">
              <a:buFont charset="2" panose="05000000000000000000" pitchFamily="2" typeface="Wingdings"/>
              <a:buAutoNum type="arabicPeriod"/>
            </a:pPr>
            <a:r>
              <a:rPr altLang="en-US" b="1" dirty="0" lang="en-US" sz="2400"/>
              <a:t>Iterate if no solution is adequate</a:t>
            </a:r>
          </a:p>
          <a:p>
            <a:pPr eaLnBrk="1" hangingPunct="1" indent="-609600" marL="609600">
              <a:buFont charset="2" panose="05000000000000000000" pitchFamily="2" typeface="Wingdings"/>
              <a:buAutoNum type="arabicPeriod"/>
            </a:pPr>
            <a:r>
              <a:rPr altLang="en-US" b="1" dirty="0" lang="en-US" sz="2400"/>
              <a:t>Ensure the solution is complete </a:t>
            </a:r>
            <a:br>
              <a:rPr altLang="en-US" b="1" dirty="0" lang="en-US" sz="2400"/>
            </a:br>
            <a:r>
              <a:rPr altLang="en-US" b="1" dirty="0" lang="en-US" sz="2400"/>
              <a:t>and well-documented, and deliver it</a:t>
            </a:r>
          </a:p>
          <a:p>
            <a:pPr eaLnBrk="1" hangingPunct="1" indent="-609600" marL="609600"/>
            <a:endParaRPr altLang="en-US" dirty="0" lang="en-US" sz="2400"/>
          </a:p>
        </p:txBody>
      </p:sp>
      <p:pic>
        <p:nvPicPr>
          <p:cNvPr id="3" name="Picture 2" descr="Activity Diagram of problem-solving steps: understand, generate solutions, select, check, document, design.">
            <a:extLst>
              <a:ext uri="{FF2B5EF4-FFF2-40B4-BE49-F238E27FC236}">
                <a16:creationId xmlns:a16="http://schemas.microsoft.com/office/drawing/2014/main" id="{E64B81BB-A4C5-E020-815E-0C113FDEC1A0}"/>
              </a:ext>
            </a:extLst>
          </p:cNvPr>
          <p:cNvPicPr>
            <a:picLocks noChangeAspect="1"/>
          </p:cNvPicPr>
          <p:nvPr/>
        </p:nvPicPr>
        <p:blipFill>
          <a:blip r:embed="rId3"/>
          <a:stretch>
            <a:fillRect/>
          </a:stretch>
        </p:blipFill>
        <p:spPr>
          <a:xfrm>
            <a:off x="6477000" y="1307274"/>
            <a:ext cx="2209800" cy="523980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6196585A-F8C7-42ED-B14C-210226A82D12}"/>
              </a:ext>
            </a:extLst>
          </p:cNvPr>
          <p:cNvSpPr>
            <a:spLocks noGrp="1"/>
          </p:cNvSpPr>
          <p:nvPr>
            <p:ph type="title"/>
          </p:nvPr>
        </p:nvSpPr>
        <p:spPr/>
        <p:txBody>
          <a:bodyPr/>
          <a:lstStyle/>
          <a:p>
            <a:pPr>
              <a:defRPr/>
            </a:pPr>
            <a:r>
              <a:rPr b="1" dirty="0" lang="en-US">
                <a:effectLst>
                  <a:outerShdw algn="tl" blurRad="38100" dir="2700000" dist="38100">
                    <a:srgbClr val="C0C0C0"/>
                  </a:outerShdw>
                </a:effectLst>
              </a:rPr>
              <a:t>Analysis and Resolution</a:t>
            </a:r>
            <a:endParaRPr dirty="0" lang="en-US"/>
          </a:p>
        </p:txBody>
      </p:sp>
      <p:sp>
        <p:nvSpPr>
          <p:cNvPr id="9219" name="Content Placeholder 2">
            <a:extLst>
              <a:ext uri="{FF2B5EF4-FFF2-40B4-BE49-F238E27FC236}">
                <a16:creationId xmlns:a16="http://schemas.microsoft.com/office/drawing/2014/main" id="{3CECBCA1-C595-0849-F977-C705E6692A04}"/>
              </a:ext>
            </a:extLst>
          </p:cNvPr>
          <p:cNvSpPr>
            <a:spLocks noGrp="1"/>
          </p:cNvSpPr>
          <p:nvPr>
            <p:ph idx="1"/>
          </p:nvPr>
        </p:nvSpPr>
        <p:spPr/>
        <p:txBody>
          <a:bodyPr/>
          <a:lstStyle/>
          <a:p>
            <a:r>
              <a:rPr altLang="en-US" b="1" dirty="0" lang="en-US"/>
              <a:t>Let’s first look at iteration between analysis and resolution</a:t>
            </a:r>
          </a:p>
          <a:p>
            <a:pPr>
              <a:buFontTx/>
              <a:buNone/>
            </a:pPr>
            <a:r>
              <a:rPr altLang="en-US" b="1" dirty="0" lang="en-US"/>
              <a:t>	and then elaborate on the resolution activity </a:t>
            </a:r>
          </a:p>
          <a:p>
            <a:r>
              <a:rPr altLang="en-US" b="1" dirty="0" lang="en-US"/>
              <a:t>See next two slides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242" name="Slide Number Placeholder 3">
            <a:extLst>
              <a:ext uri="{FF2B5EF4-FFF2-40B4-BE49-F238E27FC236}">
                <a16:creationId xmlns:a16="http://schemas.microsoft.com/office/drawing/2014/main" id="{1C953125-2515-E24D-3149-9DC1928F423A}"/>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CE2B80E3-C7C9-4DFC-BD17-D81C9DCA2454}" type="slidenum">
              <a:rPr altLang="en-US" lang="en-US"/>
              <a:pPr algn="l" eaLnBrk="1" hangingPunct="1"/>
              <a:t>7</a:t>
            </a:fld>
            <a:endParaRPr altLang="en-US" lang="en-US"/>
          </a:p>
        </p:txBody>
      </p:sp>
      <p:sp>
        <p:nvSpPr>
          <p:cNvPr id="10243" name="Rectangle 2">
            <a:extLst>
              <a:ext uri="{FF2B5EF4-FFF2-40B4-BE49-F238E27FC236}">
                <a16:creationId xmlns:a16="http://schemas.microsoft.com/office/drawing/2014/main" id="{DE8D903F-27DA-254A-C451-2A07653C4E2A}"/>
              </a:ext>
            </a:extLst>
          </p:cNvPr>
          <p:cNvSpPr>
            <a:spLocks noChangeArrowheads="1" noGrp="1"/>
          </p:cNvSpPr>
          <p:nvPr>
            <p:ph type="title"/>
          </p:nvPr>
        </p:nvSpPr>
        <p:spPr/>
        <p:txBody>
          <a:bodyPr/>
          <a:lstStyle/>
          <a:p>
            <a:pPr eaLnBrk="1" hangingPunct="1"/>
            <a:r>
              <a:rPr altLang="en-US" lang="en-US" sz="4000"/>
              <a:t>A Generic Design Process</a:t>
            </a:r>
            <a:br>
              <a:rPr altLang="en-US" lang="en-US" sz="4000"/>
            </a:br>
            <a:r>
              <a:rPr altLang="en-US" lang="en-US" sz="4000"/>
              <a:t>(p 50)</a:t>
            </a:r>
            <a:endParaRPr altLang="en-US" lang="en-CA" sz="4000"/>
          </a:p>
        </p:txBody>
      </p:sp>
      <p:sp>
        <p:nvSpPr>
          <p:cNvPr id="219142" name="Rectangle 6">
            <a:extLst>
              <a:ext uri="{FF2B5EF4-FFF2-40B4-BE49-F238E27FC236}">
                <a16:creationId xmlns:a16="http://schemas.microsoft.com/office/drawing/2014/main" id="{6EF5BD54-9F7C-4B0D-2625-DC122913AE4D}"/>
              </a:ext>
            </a:extLst>
          </p:cNvPr>
          <p:cNvSpPr>
            <a:spLocks noChangeArrowheads="1"/>
          </p:cNvSpPr>
          <p:nvPr/>
        </p:nvSpPr>
        <p:spPr bwMode="auto">
          <a:xfrm>
            <a:off x="2422525" y="1355725"/>
            <a:ext cx="4300538" cy="4684713"/>
          </a:xfrm>
          <a:prstGeom prst="rect">
            <a:avLst/>
          </a:prstGeom>
          <a:solidFill>
            <a:srgbClr val="FEEFB8"/>
          </a:solidFill>
          <a:ln algn="ctr" w="12700">
            <a:noFill/>
            <a:miter lim="800000"/>
            <a:headEnd/>
            <a:tailEnd/>
          </a:ln>
          <a:effectLst/>
        </p:spPr>
        <p:txBody>
          <a:bodyPr anchor="ctr">
            <a:spAutoFit/>
          </a:bodyPr>
          <a:lstStyle/>
          <a:p>
            <a:pPr>
              <a:defRPr/>
            </a:pPr>
            <a:endParaRPr lang="en-US">
              <a:effectLst>
                <a:outerShdw algn="tl" blurRad="38100" dir="2700000" dist="38100">
                  <a:srgbClr val="000000">
                    <a:alpha val="43137"/>
                  </a:srgbClr>
                </a:outerShdw>
              </a:effectLst>
              <a:latin charset="0" typeface="Arial"/>
            </a:endParaRPr>
          </a:p>
        </p:txBody>
      </p:sp>
      <p:pic>
        <p:nvPicPr>
          <p:cNvPr id="10245" name="Picture 18" descr="Activity Diagram of a generic design process: need, analyze, problem statement, resolve, design, with decision points.">
            <a:extLst>
              <a:ext uri="{FF2B5EF4-FFF2-40B4-BE49-F238E27FC236}">
                <a16:creationId xmlns:a16="http://schemas.microsoft.com/office/drawing/2014/main" id="{E4B0E5E3-4B7E-602E-037A-D979125EAB27}"/>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28913" y="1662113"/>
            <a:ext cx="3657600" cy="411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6AE8C645-BBC3-22BB-22FF-DEB8BCFC15D6}"/>
              </a:ext>
            </a:extLst>
          </p:cNvPr>
          <p:cNvSpPr>
            <a:spLocks noGrp="1"/>
          </p:cNvSpPr>
          <p:nvPr>
            <p:ph idx="10" sz="quarter" type="sldNum"/>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eaLnBrk="1" hangingPunct="1"/>
            <a:fld id="{84760B10-EB5D-40AC-B92C-9BD216E6EA6C}" type="slidenum">
              <a:rPr altLang="en-US" lang="en-US"/>
              <a:pPr eaLnBrk="1" hangingPunct="1"/>
              <a:t>8</a:t>
            </a:fld>
            <a:endParaRPr altLang="en-US" lang="en-US"/>
          </a:p>
        </p:txBody>
      </p:sp>
      <p:sp>
        <p:nvSpPr>
          <p:cNvPr id="221191" name="Rectangle 7">
            <a:extLst>
              <a:ext uri="{FF2B5EF4-FFF2-40B4-BE49-F238E27FC236}">
                <a16:creationId xmlns:a16="http://schemas.microsoft.com/office/drawing/2014/main" id="{B3A2AF69-E30D-E1B7-C8E2-E65E2CDF4504}"/>
              </a:ext>
            </a:extLst>
          </p:cNvPr>
          <p:cNvSpPr>
            <a:spLocks noChangeArrowheads="1"/>
          </p:cNvSpPr>
          <p:nvPr/>
        </p:nvSpPr>
        <p:spPr bwMode="auto">
          <a:xfrm>
            <a:off x="1614488" y="1123950"/>
            <a:ext cx="3379787" cy="5184775"/>
          </a:xfrm>
          <a:prstGeom prst="rect">
            <a:avLst/>
          </a:prstGeom>
          <a:solidFill>
            <a:srgbClr val="FEEFB8"/>
          </a:solidFill>
          <a:ln algn="ctr" w="12700">
            <a:noFill/>
            <a:miter lim="800000"/>
            <a:headEnd/>
            <a:tailEnd/>
          </a:ln>
          <a:effectLst/>
        </p:spPr>
        <p:txBody>
          <a:bodyPr anchor="ctr">
            <a:spAutoFit/>
          </a:bodyPr>
          <a:lstStyle/>
          <a:p>
            <a:pPr>
              <a:defRPr/>
            </a:pPr>
            <a:endParaRPr lang="en-US">
              <a:effectLst>
                <a:outerShdw algn="tl" blurRad="38100" dir="2700000" dist="38100">
                  <a:srgbClr val="000000">
                    <a:alpha val="43137"/>
                  </a:srgbClr>
                </a:outerShdw>
              </a:effectLst>
              <a:latin charset="0" typeface="Arial"/>
            </a:endParaRPr>
          </a:p>
        </p:txBody>
      </p:sp>
      <p:sp>
        <p:nvSpPr>
          <p:cNvPr id="11268" name="Rectangle 2">
            <a:extLst>
              <a:ext uri="{FF2B5EF4-FFF2-40B4-BE49-F238E27FC236}">
                <a16:creationId xmlns:a16="http://schemas.microsoft.com/office/drawing/2014/main" id="{97E4044A-D162-F967-DC2B-921EB452BD8A}"/>
              </a:ext>
            </a:extLst>
          </p:cNvPr>
          <p:cNvSpPr>
            <a:spLocks noChangeArrowheads="1" noGrp="1"/>
          </p:cNvSpPr>
          <p:nvPr>
            <p:ph type="title"/>
          </p:nvPr>
        </p:nvSpPr>
        <p:spPr/>
        <p:txBody>
          <a:bodyPr/>
          <a:lstStyle/>
          <a:p>
            <a:pPr eaLnBrk="1" hangingPunct="1"/>
            <a:r>
              <a:rPr altLang="en-US" lang="en-US" sz="4000"/>
              <a:t>A Design Resolution Process (p 51)</a:t>
            </a:r>
            <a:endParaRPr altLang="en-US" lang="en-CA" sz="4000"/>
          </a:p>
        </p:txBody>
      </p:sp>
      <p:pic>
        <p:nvPicPr>
          <p:cNvPr id="11269" name="Picture 16" descr="Activity Diagram of a design resolution process from problem to final design with decision points.">
            <a:extLst>
              <a:ext uri="{FF2B5EF4-FFF2-40B4-BE49-F238E27FC236}">
                <a16:creationId xmlns:a16="http://schemas.microsoft.com/office/drawing/2014/main" id="{392F5307-27AD-0979-FA0D-C45D96A9AC42}"/>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82775" y="1239838"/>
            <a:ext cx="2792413" cy="495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Rectangle 17">
            <a:extLst>
              <a:ext uri="{FF2B5EF4-FFF2-40B4-BE49-F238E27FC236}">
                <a16:creationId xmlns:a16="http://schemas.microsoft.com/office/drawing/2014/main" id="{615A8C7A-3F42-1DCA-0F38-C4D0B0FA8378}"/>
              </a:ext>
            </a:extLst>
          </p:cNvPr>
          <p:cNvSpPr>
            <a:spLocks noChangeArrowheads="1"/>
          </p:cNvSpPr>
          <p:nvPr/>
        </p:nvSpPr>
        <p:spPr bwMode="auto">
          <a:xfrm>
            <a:off x="5224463" y="1431925"/>
            <a:ext cx="3033712" cy="453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eaLnBrk="1" hangingPunct="1">
              <a:spcBef>
                <a:spcPct val="20000"/>
              </a:spcBef>
              <a:buClr>
                <a:srgbClr val="FEF4CE"/>
              </a:buClr>
              <a:buFont charset="2" panose="05000000000000000000" pitchFamily="2" typeface="Wingdings"/>
              <a:buNone/>
            </a:pPr>
            <a:r>
              <a:rPr altLang="en-US" lang="en-US" sz="2800">
                <a:latin charset="0" panose="020B0604030504040204" pitchFamily="34" typeface="Tahoma"/>
              </a:rPr>
              <a:t>This diagram shows details of the resolution activity from the previous diagram.</a:t>
            </a:r>
            <a:endParaRPr altLang="en-US" lang="en-CA" sz="2800">
              <a:latin charset="0" panose="020B0604030504040204" pitchFamily="34" typeface="Tahoma"/>
            </a:endParaRPr>
          </a:p>
        </p:txBody>
      </p:sp>
    </p:spTree>
  </p:cSld>
  <p:clrMapOvr>
    <a:masterClrMapping/>
  </p:clrMapOvr>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2290" name="Slide Number Placeholder 3">
            <a:extLst>
              <a:ext uri="{FF2B5EF4-FFF2-40B4-BE49-F238E27FC236}">
                <a16:creationId xmlns:a16="http://schemas.microsoft.com/office/drawing/2014/main" id="{C8981B83-B6BF-800F-70B0-77BB0F6B6D32}"/>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C571A03F-592B-48F0-A9C3-6877482B21A5}" type="slidenum">
              <a:rPr altLang="en-US" lang="en-US"/>
              <a:pPr algn="l" eaLnBrk="1" hangingPunct="1"/>
              <a:t>9</a:t>
            </a:fld>
            <a:endParaRPr altLang="en-US" lang="en-US"/>
          </a:p>
        </p:txBody>
      </p:sp>
      <p:sp>
        <p:nvSpPr>
          <p:cNvPr id="12291" name="Rectangle 2">
            <a:extLst>
              <a:ext uri="{FF2B5EF4-FFF2-40B4-BE49-F238E27FC236}">
                <a16:creationId xmlns:a16="http://schemas.microsoft.com/office/drawing/2014/main" id="{0A1A2314-0EE7-77B5-54E6-CAD389EA22CE}"/>
              </a:ext>
            </a:extLst>
          </p:cNvPr>
          <p:cNvSpPr>
            <a:spLocks noChangeArrowheads="1" noGrp="1"/>
          </p:cNvSpPr>
          <p:nvPr>
            <p:ph type="title"/>
          </p:nvPr>
        </p:nvSpPr>
        <p:spPr/>
        <p:txBody>
          <a:bodyPr/>
          <a:lstStyle/>
          <a:p>
            <a:pPr eaLnBrk="1" hangingPunct="1"/>
            <a:r>
              <a:rPr altLang="en-US" b="1" lang="en-US" sz="4000"/>
              <a:t>Design Process Characteristics</a:t>
            </a:r>
            <a:endParaRPr altLang="en-US" b="1" lang="en-CA" sz="4000"/>
          </a:p>
        </p:txBody>
      </p:sp>
      <p:sp>
        <p:nvSpPr>
          <p:cNvPr id="12292" name="Rectangle 3">
            <a:extLst>
              <a:ext uri="{FF2B5EF4-FFF2-40B4-BE49-F238E27FC236}">
                <a16:creationId xmlns:a16="http://schemas.microsoft.com/office/drawing/2014/main" id="{321E5C8B-56C8-ACC5-B668-7DF798A84C4D}"/>
              </a:ext>
            </a:extLst>
          </p:cNvPr>
          <p:cNvSpPr>
            <a:spLocks noChangeArrowheads="1" noGrp="1"/>
          </p:cNvSpPr>
          <p:nvPr>
            <p:ph idx="1" type="body"/>
          </p:nvPr>
        </p:nvSpPr>
        <p:spPr>
          <a:xfrm>
            <a:off x="1262063" y="1778000"/>
            <a:ext cx="6843712" cy="4394200"/>
          </a:xfrm>
        </p:spPr>
        <p:txBody>
          <a:bodyPr/>
          <a:lstStyle/>
          <a:p>
            <a:pPr eaLnBrk="1" hangingPunct="1"/>
            <a:endParaRPr altLang="en-US" b="1" lang="en-US" sz="2800"/>
          </a:p>
          <a:p>
            <a:pPr eaLnBrk="1" hangingPunct="1"/>
            <a:r>
              <a:rPr altLang="en-US" b="1" lang="en-US"/>
              <a:t>The best solutions are rarely the first solutions designers think of.</a:t>
            </a:r>
          </a:p>
          <a:p>
            <a:pPr eaLnBrk="1" hangingPunct="1"/>
            <a:endParaRPr altLang="en-US" b="1" lang="en-US"/>
          </a:p>
          <a:p>
            <a:pPr eaLnBrk="1" hangingPunct="1" lvl="1"/>
            <a:r>
              <a:rPr altLang="en-US" b="1" i="1" lang="en-US" sz="3200"/>
              <a:t>Designers should generate many </a:t>
            </a:r>
            <a:r>
              <a:rPr altLang="en-US" b="1" i="1" lang="en-US" sz="3200">
                <a:solidFill>
                  <a:srgbClr val="009C47"/>
                </a:solidFill>
              </a:rPr>
              <a:t>candidate solutions</a:t>
            </a:r>
            <a:r>
              <a:rPr altLang="en-US" b="1" lang="en-US" sz="3200"/>
              <a:t>.</a:t>
            </a:r>
          </a:p>
        </p:txBody>
      </p:sp>
    </p:spTree>
  </p:cSld>
  <p:clrMapOvr>
    <a:masterClrMapping/>
  </p:clrMapOvr>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4128F1FC-4E3A-CFB6-318E-9D795608580E}"/>
              </a:ext>
            </a:extLst>
          </p:cNvPr>
          <p:cNvSpPr>
            <a:spLocks noGrp="1"/>
          </p:cNvSpPr>
          <p:nvPr>
            <p:ph type="title"/>
          </p:nvPr>
        </p:nvSpPr>
        <p:spPr/>
        <p:txBody>
          <a:bodyPr/>
          <a:lstStyle/>
          <a:p>
            <a:r>
              <a:rPr altLang="en-US" b="1" lang="en-US" sz="3600"/>
              <a:t>Design Process Characteristics</a:t>
            </a:r>
            <a:endParaRPr altLang="en-US" lang="en-US" sz="3600"/>
          </a:p>
        </p:txBody>
      </p:sp>
      <p:sp>
        <p:nvSpPr>
          <p:cNvPr id="13315" name="Content Placeholder 2">
            <a:extLst>
              <a:ext uri="{FF2B5EF4-FFF2-40B4-BE49-F238E27FC236}">
                <a16:creationId xmlns:a16="http://schemas.microsoft.com/office/drawing/2014/main" id="{6A35F18A-7C21-AB7C-9EC5-D26E244D9A29}"/>
              </a:ext>
            </a:extLst>
          </p:cNvPr>
          <p:cNvSpPr>
            <a:spLocks noGrp="1"/>
          </p:cNvSpPr>
          <p:nvPr>
            <p:ph idx="1"/>
          </p:nvPr>
        </p:nvSpPr>
        <p:spPr/>
        <p:txBody>
          <a:bodyPr/>
          <a:lstStyle/>
          <a:p>
            <a:pPr eaLnBrk="1" hangingPunct="1"/>
            <a:endParaRPr altLang="en-US" b="1" lang="en-US" sz="2800"/>
          </a:p>
          <a:p>
            <a:pPr eaLnBrk="1" hangingPunct="1"/>
            <a:r>
              <a:rPr altLang="en-US" b="1" lang="en-US"/>
              <a:t>The design process is highly iterative.</a:t>
            </a:r>
          </a:p>
          <a:p>
            <a:pPr eaLnBrk="1" hangingPunct="1"/>
            <a:endParaRPr altLang="en-US" b="1" lang="en-US"/>
          </a:p>
          <a:p>
            <a:pPr eaLnBrk="1" hangingPunct="1" lvl="1"/>
            <a:r>
              <a:rPr altLang="en-US" b="1" i="1" lang="en-US" sz="3200"/>
              <a:t>Designers must frequently </a:t>
            </a:r>
            <a:r>
              <a:rPr altLang="en-US" b="1" i="1" lang="en-US" sz="3200">
                <a:solidFill>
                  <a:srgbClr val="009C47"/>
                </a:solidFill>
              </a:rPr>
              <a:t>reanalyze</a:t>
            </a:r>
            <a:r>
              <a:rPr altLang="en-US" b="1" i="1" lang="en-US" sz="3200"/>
              <a:t> the problem and must generate and improve solutions many times</a:t>
            </a:r>
            <a:r>
              <a:rPr altLang="en-US" b="1" lang="en-US" sz="3200"/>
              <a:t>.</a:t>
            </a:r>
            <a:endParaRPr altLang="en-US" b="1" lang="en-CA" sz="3200"/>
          </a:p>
          <a:p>
            <a:endParaRPr altLang="en-US"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4338" name="Slide Number Placeholder 3">
            <a:extLst>
              <a:ext uri="{FF2B5EF4-FFF2-40B4-BE49-F238E27FC236}">
                <a16:creationId xmlns:a16="http://schemas.microsoft.com/office/drawing/2014/main" id="{9D79B481-995A-7E41-9E91-97BF597C73E7}"/>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1052E615-907B-43EC-B9FB-F9E0964035A6}" type="slidenum">
              <a:rPr altLang="en-US" lang="en-US"/>
              <a:pPr algn="l" eaLnBrk="1" hangingPunct="1"/>
              <a:t>11</a:t>
            </a:fld>
            <a:endParaRPr altLang="en-US" lang="en-US"/>
          </a:p>
        </p:txBody>
      </p:sp>
      <p:sp>
        <p:nvSpPr>
          <p:cNvPr id="14339" name="Rectangle 2">
            <a:extLst>
              <a:ext uri="{FF2B5EF4-FFF2-40B4-BE49-F238E27FC236}">
                <a16:creationId xmlns:a16="http://schemas.microsoft.com/office/drawing/2014/main" id="{9B65F61E-F137-78F9-6FB6-340F2CE0BFA8}"/>
              </a:ext>
            </a:extLst>
          </p:cNvPr>
          <p:cNvSpPr>
            <a:spLocks noChangeArrowheads="1" noGrp="1"/>
          </p:cNvSpPr>
          <p:nvPr>
            <p:ph type="title"/>
          </p:nvPr>
        </p:nvSpPr>
        <p:spPr>
          <a:xfrm>
            <a:off x="1447800" y="203200"/>
            <a:ext cx="7162800" cy="1036638"/>
          </a:xfrm>
        </p:spPr>
        <p:txBody>
          <a:bodyPr/>
          <a:lstStyle/>
          <a:p>
            <a:pPr eaLnBrk="1" hangingPunct="1">
              <a:lnSpc>
                <a:spcPct val="80000"/>
              </a:lnSpc>
            </a:pPr>
            <a:r>
              <a:rPr altLang="en-US" lang="en-US" sz="4000"/>
              <a:t>A Generic Software Product Design Process</a:t>
            </a:r>
            <a:endParaRPr altLang="en-US" lang="en-CA" sz="4000"/>
          </a:p>
        </p:txBody>
      </p:sp>
      <p:sp>
        <p:nvSpPr>
          <p:cNvPr id="223237" name="Rectangle 5">
            <a:extLst>
              <a:ext uri="{FF2B5EF4-FFF2-40B4-BE49-F238E27FC236}">
                <a16:creationId xmlns:a16="http://schemas.microsoft.com/office/drawing/2014/main" id="{21319240-9426-1B13-2269-9CADADB3150E}"/>
              </a:ext>
            </a:extLst>
          </p:cNvPr>
          <p:cNvSpPr>
            <a:spLocks noChangeArrowheads="1"/>
          </p:cNvSpPr>
          <p:nvPr/>
        </p:nvSpPr>
        <p:spPr bwMode="auto">
          <a:xfrm>
            <a:off x="2074863" y="1316038"/>
            <a:ext cx="4878387" cy="5070475"/>
          </a:xfrm>
          <a:prstGeom prst="rect">
            <a:avLst/>
          </a:prstGeom>
          <a:solidFill>
            <a:srgbClr val="FEEFB8"/>
          </a:solidFill>
          <a:ln algn="ctr" w="12700">
            <a:noFill/>
            <a:miter lim="800000"/>
            <a:headEnd/>
            <a:tailEnd/>
          </a:ln>
          <a:effectLst/>
        </p:spPr>
        <p:txBody>
          <a:bodyPr anchor="ctr">
            <a:spAutoFit/>
          </a:bodyPr>
          <a:lstStyle/>
          <a:p>
            <a:pPr>
              <a:defRPr/>
            </a:pPr>
            <a:endParaRPr lang="en-US">
              <a:effectLst>
                <a:outerShdw algn="tl" blurRad="38100" dir="2700000" dist="38100">
                  <a:srgbClr val="000000">
                    <a:alpha val="43137"/>
                  </a:srgbClr>
                </a:outerShdw>
              </a:effectLst>
              <a:latin charset="0" typeface="Arial"/>
            </a:endParaRPr>
          </a:p>
        </p:txBody>
      </p:sp>
      <p:pic>
        <p:nvPicPr>
          <p:cNvPr id="14341" name="Picture 13" descr="Activity Diagram of the software design process from project statement to final requirements, with decision points.">
            <a:extLst>
              <a:ext uri="{FF2B5EF4-FFF2-40B4-BE49-F238E27FC236}">
                <a16:creationId xmlns:a16="http://schemas.microsoft.com/office/drawing/2014/main" id="{38771742-5AD6-4E6B-A0A4-CE860822506A}"/>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2838" y="1470025"/>
            <a:ext cx="415290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DFEE4410-6867-251F-9A5E-2C6A6A1FBF8A}"/>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823B614F-FD8D-4533-B3C9-00142A2CE315}" type="slidenum">
              <a:rPr altLang="en-US" lang="en-US"/>
              <a:pPr algn="l" eaLnBrk="1" hangingPunct="1"/>
              <a:t>12</a:t>
            </a:fld>
            <a:endParaRPr altLang="en-US" lang="en-US"/>
          </a:p>
        </p:txBody>
      </p:sp>
      <p:sp>
        <p:nvSpPr>
          <p:cNvPr id="244740" name="Rectangle 4">
            <a:extLst>
              <a:ext uri="{FF2B5EF4-FFF2-40B4-BE49-F238E27FC236}">
                <a16:creationId xmlns:a16="http://schemas.microsoft.com/office/drawing/2014/main" id="{F21F8BF5-2C86-1EC1-C4A4-C0A546B266D1}"/>
              </a:ext>
            </a:extLst>
          </p:cNvPr>
          <p:cNvSpPr>
            <a:spLocks noChangeArrowheads="1"/>
          </p:cNvSpPr>
          <p:nvPr/>
        </p:nvSpPr>
        <p:spPr bwMode="auto">
          <a:xfrm>
            <a:off x="3803650" y="203200"/>
            <a:ext cx="4608513" cy="6297613"/>
          </a:xfrm>
          <a:prstGeom prst="rect">
            <a:avLst/>
          </a:prstGeom>
          <a:solidFill>
            <a:srgbClr val="FEEFB8"/>
          </a:solidFill>
          <a:ln algn="ctr" w="12700">
            <a:noFill/>
            <a:miter lim="800000"/>
            <a:headEnd/>
            <a:tailEnd/>
          </a:ln>
          <a:effectLst/>
        </p:spPr>
        <p:txBody>
          <a:bodyPr anchor="ctr">
            <a:spAutoFit/>
          </a:bodyPr>
          <a:lstStyle/>
          <a:p>
            <a:pPr>
              <a:defRPr/>
            </a:pPr>
            <a:endParaRPr lang="en-US">
              <a:effectLst>
                <a:outerShdw algn="tl" blurRad="38100" dir="2700000" dist="38100">
                  <a:srgbClr val="000000">
                    <a:alpha val="43137"/>
                  </a:srgbClr>
                </a:outerShdw>
              </a:effectLst>
              <a:latin charset="0" typeface="Arial"/>
            </a:endParaRPr>
          </a:p>
        </p:txBody>
      </p:sp>
      <p:sp>
        <p:nvSpPr>
          <p:cNvPr id="15364" name="Rectangle 2">
            <a:extLst>
              <a:ext uri="{FF2B5EF4-FFF2-40B4-BE49-F238E27FC236}">
                <a16:creationId xmlns:a16="http://schemas.microsoft.com/office/drawing/2014/main" id="{1184E3AA-9BB5-F59F-7E5B-1F58A18DAB95}"/>
              </a:ext>
            </a:extLst>
          </p:cNvPr>
          <p:cNvSpPr>
            <a:spLocks noChangeArrowheads="1" noGrp="1"/>
          </p:cNvSpPr>
          <p:nvPr>
            <p:ph type="title"/>
          </p:nvPr>
        </p:nvSpPr>
        <p:spPr>
          <a:xfrm>
            <a:off x="654050" y="1585913"/>
            <a:ext cx="3111500" cy="2457450"/>
          </a:xfrm>
        </p:spPr>
        <p:txBody>
          <a:bodyPr/>
          <a:lstStyle/>
          <a:p>
            <a:pPr eaLnBrk="1" hangingPunct="1">
              <a:lnSpc>
                <a:spcPct val="80000"/>
              </a:lnSpc>
            </a:pPr>
            <a:r>
              <a:rPr altLang="en-US" lang="en-US" sz="3600"/>
              <a:t>A Generic Software Engineering Design Process</a:t>
            </a:r>
            <a:endParaRPr altLang="en-US" lang="en-CA" sz="3600"/>
          </a:p>
        </p:txBody>
      </p:sp>
      <p:pic>
        <p:nvPicPr>
          <p:cNvPr id="15365" name="Picture 10" descr="Activity Diagram of software engineering design process: analysis, architecture, detailed design, and finalization.">
            <a:extLst>
              <a:ext uri="{FF2B5EF4-FFF2-40B4-BE49-F238E27FC236}">
                <a16:creationId xmlns:a16="http://schemas.microsoft.com/office/drawing/2014/main" id="{9D32C89C-921D-CEE3-F726-0476F4EFE5F2}"/>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71938" y="357188"/>
            <a:ext cx="4162425"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17DC763C-0240-C552-A6FC-A59AFCD06A2C}"/>
              </a:ext>
            </a:extLst>
          </p:cNvPr>
          <p:cNvSpPr>
            <a:spLocks noGrp="1"/>
          </p:cNvSpPr>
          <p:nvPr>
            <p:ph type="title"/>
          </p:nvPr>
        </p:nvSpPr>
        <p:spPr/>
        <p:txBody>
          <a:bodyPr/>
          <a:lstStyle/>
          <a:p>
            <a:r>
              <a:rPr altLang="en-US" b="1" lang="en-US" sz="3600"/>
              <a:t>Architectural and Detailed Design</a:t>
            </a:r>
          </a:p>
        </p:txBody>
      </p:sp>
      <p:sp>
        <p:nvSpPr>
          <p:cNvPr id="16387" name="Content Placeholder 2">
            <a:extLst>
              <a:ext uri="{FF2B5EF4-FFF2-40B4-BE49-F238E27FC236}">
                <a16:creationId xmlns:a16="http://schemas.microsoft.com/office/drawing/2014/main" id="{9DB9D180-0B40-8D52-2DE8-E775A44CC921}"/>
              </a:ext>
            </a:extLst>
          </p:cNvPr>
          <p:cNvSpPr>
            <a:spLocks noGrp="1"/>
          </p:cNvSpPr>
          <p:nvPr>
            <p:ph idx="1"/>
          </p:nvPr>
        </p:nvSpPr>
        <p:spPr/>
        <p:txBody>
          <a:bodyPr/>
          <a:lstStyle/>
          <a:p>
            <a:r>
              <a:rPr altLang="en-US" b="1" dirty="0" lang="en-US" sz="2400">
                <a:solidFill>
                  <a:srgbClr val="501821"/>
                </a:solidFill>
                <a:latin charset="0" panose="020B0604030504040204" pitchFamily="34" typeface="Tahoma"/>
              </a:rPr>
              <a:t>Architectural design is </a:t>
            </a:r>
            <a:r>
              <a:rPr altLang="en-US" b="1" dirty="0" lang="en-US" sz="2400">
                <a:solidFill>
                  <a:srgbClr val="009C47"/>
                </a:solidFill>
                <a:latin charset="0" panose="020B0604030504040204" pitchFamily="34" typeface="Tahoma"/>
              </a:rPr>
              <a:t>high-level</a:t>
            </a:r>
            <a:r>
              <a:rPr altLang="en-US" b="1" dirty="0" lang="en-US" sz="2400">
                <a:solidFill>
                  <a:srgbClr val="501821"/>
                </a:solidFill>
                <a:latin charset="0" panose="020B0604030504040204" pitchFamily="34" typeface="Tahoma"/>
              </a:rPr>
              <a:t> software engineering </a:t>
            </a:r>
            <a:r>
              <a:rPr altLang="en-US" b="1" dirty="0" lang="en-US" sz="2400">
                <a:solidFill>
                  <a:srgbClr val="009C47"/>
                </a:solidFill>
                <a:latin charset="0" panose="020B0604030504040204" pitchFamily="34" typeface="Tahoma"/>
              </a:rPr>
              <a:t>design resolution</a:t>
            </a:r>
            <a:r>
              <a:rPr altLang="en-US" b="1" dirty="0" lang="en-US" sz="2400">
                <a:solidFill>
                  <a:srgbClr val="501821"/>
                </a:solidFill>
                <a:latin charset="0" panose="020B0604030504040204" pitchFamily="34" typeface="Tahoma"/>
              </a:rPr>
              <a:t>.</a:t>
            </a:r>
          </a:p>
          <a:p>
            <a:r>
              <a:rPr altLang="en-US" b="1" dirty="0" lang="en-US" sz="2400">
                <a:solidFill>
                  <a:srgbClr val="501821"/>
                </a:solidFill>
                <a:latin charset="0" panose="020B0604030504040204" pitchFamily="34" typeface="Tahoma"/>
              </a:rPr>
              <a:t>Detailed design is </a:t>
            </a:r>
            <a:r>
              <a:rPr altLang="en-US" b="1" dirty="0" lang="en-US" sz="2400">
                <a:solidFill>
                  <a:srgbClr val="009C47"/>
                </a:solidFill>
                <a:latin charset="0" panose="020B0604030504040204" pitchFamily="34" typeface="Tahoma"/>
              </a:rPr>
              <a:t>low-level</a:t>
            </a:r>
            <a:r>
              <a:rPr altLang="en-US" b="1" dirty="0" lang="en-US" sz="2400">
                <a:solidFill>
                  <a:srgbClr val="501821"/>
                </a:solidFill>
                <a:latin charset="0" panose="020B0604030504040204" pitchFamily="34" typeface="Tahoma"/>
              </a:rPr>
              <a:t> software engineering </a:t>
            </a:r>
            <a:r>
              <a:rPr altLang="en-US" b="1" dirty="0" lang="en-US" sz="2400">
                <a:solidFill>
                  <a:srgbClr val="009C47"/>
                </a:solidFill>
                <a:latin charset="0" panose="020B0604030504040204" pitchFamily="34" typeface="Tahoma"/>
              </a:rPr>
              <a:t>design resolution</a:t>
            </a:r>
            <a:r>
              <a:rPr altLang="en-US" b="1" dirty="0" lang="en-US" sz="2400">
                <a:solidFill>
                  <a:srgbClr val="501821"/>
                </a:solidFill>
                <a:latin charset="0" panose="020B0604030504040204" pitchFamily="34" typeface="Tahoma"/>
              </a:rPr>
              <a:t>.</a:t>
            </a:r>
            <a:endParaRPr altLang="en-US" b="1" dirty="0" lang="en-CA" sz="2400">
              <a:solidFill>
                <a:srgbClr val="501821"/>
              </a:solidFill>
              <a:latin charset="0" panose="020B0604030504040204" pitchFamily="34" typeface="Tahoma"/>
            </a:endParaRPr>
          </a:p>
          <a:p>
            <a:endParaRPr altLang="en-US" dirty="0" lang="en-US" sz="2400">
              <a:solidFill>
                <a:srgbClr val="501821"/>
              </a:solidFill>
              <a:latin charset="0" panose="020B0604030504040204" pitchFamily="34" typeface="Tahoma"/>
            </a:endParaRPr>
          </a:p>
          <a:p>
            <a:endParaRPr altLang="en-US" dirty="0" lang="en-US" sz="2400"/>
          </a:p>
        </p:txBody>
      </p:sp>
      <p:pic>
        <p:nvPicPr>
          <p:cNvPr id="16389" name="Picture 5" descr="Software design refinement diagram divided into three levels: Architectural, High-Level, and Low-Level. A requirements specification initiates architectural design and abstract specification. The process then proceeds from left to right through architectural design, abstract specification, interface design, component design, data-structure design, and algorithm design. Each design activity produces a corresponding artifact below it: system architecture, software specification, interface specification, component specification, data-structure specification, and algorithm specification. Horizontal, vertical, and diagonal arrows show the progression between activities and how outputs from earlier stages inform increasingly detailed design decisions.">
            <a:extLst>
              <a:ext uri="{FF2B5EF4-FFF2-40B4-BE49-F238E27FC236}">
                <a16:creationId xmlns:a16="http://schemas.microsoft.com/office/drawing/2014/main" id="{052544CA-BAD0-34AF-5154-74B26D213411}"/>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693908"/>
            <a:ext cx="7165422" cy="28894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A2A17BE9-D97A-089B-4760-141FF64F1BC6}"/>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F29B6958-F48C-430B-8DDD-0C94EE08A6FC}" type="slidenum">
              <a:rPr altLang="en-US" lang="en-US"/>
              <a:pPr algn="l" eaLnBrk="1" hangingPunct="1"/>
              <a:t>14</a:t>
            </a:fld>
            <a:endParaRPr altLang="en-US" lang="en-US"/>
          </a:p>
        </p:txBody>
      </p:sp>
      <p:sp>
        <p:nvSpPr>
          <p:cNvPr id="17411" name="Rectangle 2">
            <a:extLst>
              <a:ext uri="{FF2B5EF4-FFF2-40B4-BE49-F238E27FC236}">
                <a16:creationId xmlns:a16="http://schemas.microsoft.com/office/drawing/2014/main" id="{C05D002D-60A9-DF27-5319-6AF5241E459E}"/>
              </a:ext>
            </a:extLst>
          </p:cNvPr>
          <p:cNvSpPr>
            <a:spLocks noChangeArrowheads="1" noGrp="1"/>
          </p:cNvSpPr>
          <p:nvPr>
            <p:ph type="title"/>
          </p:nvPr>
        </p:nvSpPr>
        <p:spPr/>
        <p:txBody>
          <a:bodyPr/>
          <a:lstStyle/>
          <a:p>
            <a:pPr eaLnBrk="1" hangingPunct="1"/>
            <a:r>
              <a:rPr altLang="en-US" b="1" lang="en-US" sz="4000"/>
              <a:t>Operations versus Projects</a:t>
            </a:r>
            <a:endParaRPr altLang="en-US" b="1" lang="en-CA" sz="4000"/>
          </a:p>
        </p:txBody>
      </p:sp>
      <p:sp>
        <p:nvSpPr>
          <p:cNvPr id="17412" name="Rectangle 3">
            <a:extLst>
              <a:ext uri="{FF2B5EF4-FFF2-40B4-BE49-F238E27FC236}">
                <a16:creationId xmlns:a16="http://schemas.microsoft.com/office/drawing/2014/main" id="{42DA3DC0-497E-A986-CE49-2AD5CB3E7D8D}"/>
              </a:ext>
            </a:extLst>
          </p:cNvPr>
          <p:cNvSpPr>
            <a:spLocks noChangeArrowheads="1" noGrp="1"/>
          </p:cNvSpPr>
          <p:nvPr>
            <p:ph idx="1" type="body"/>
          </p:nvPr>
        </p:nvSpPr>
        <p:spPr>
          <a:xfrm>
            <a:off x="1154113" y="1524000"/>
            <a:ext cx="7380287" cy="4648200"/>
          </a:xfrm>
        </p:spPr>
        <p:txBody>
          <a:bodyPr/>
          <a:lstStyle/>
          <a:p>
            <a:pPr eaLnBrk="1" hangingPunct="1"/>
            <a:r>
              <a:rPr altLang="en-US" b="1" lang="en-US"/>
              <a:t>Operations are standardized activities that </a:t>
            </a:r>
            <a:r>
              <a:rPr altLang="en-US" b="1" lang="en-US">
                <a:solidFill>
                  <a:srgbClr val="009C47"/>
                </a:solidFill>
              </a:rPr>
              <a:t>occur continuously </a:t>
            </a:r>
            <a:r>
              <a:rPr altLang="en-US" b="1" lang="en-US"/>
              <a:t>or at regular intervals.</a:t>
            </a:r>
          </a:p>
          <a:p>
            <a:pPr eaLnBrk="1" hangingPunct="1"/>
            <a:endParaRPr altLang="en-US" b="1" lang="en-US"/>
          </a:p>
          <a:p>
            <a:pPr eaLnBrk="1" hangingPunct="1" lvl="1"/>
            <a:r>
              <a:rPr altLang="en-US" b="1" lang="en-US"/>
              <a:t>Payroll</a:t>
            </a:r>
          </a:p>
          <a:p>
            <a:pPr eaLnBrk="1" hangingPunct="1" lvl="1"/>
            <a:r>
              <a:rPr altLang="en-US" b="1" lang="en-US"/>
              <a:t>Hiring and performance evaluation</a:t>
            </a:r>
          </a:p>
          <a:p>
            <a:pPr eaLnBrk="1" hangingPunct="1" lvl="1"/>
            <a:r>
              <a:rPr altLang="en-US" b="1" lang="en-US"/>
              <a:t>Shipping and receiving</a:t>
            </a:r>
          </a:p>
        </p:txBody>
      </p:sp>
    </p:spTree>
  </p:cSld>
  <p:clrMapOvr>
    <a:masterClrMapping/>
  </p:clrMapOvr>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A45EB9AB-EE01-6971-2FCD-DE752A6A0CD8}"/>
              </a:ext>
            </a:extLst>
          </p:cNvPr>
          <p:cNvSpPr>
            <a:spLocks noGrp="1"/>
          </p:cNvSpPr>
          <p:nvPr>
            <p:ph type="title"/>
          </p:nvPr>
        </p:nvSpPr>
        <p:spPr/>
        <p:txBody>
          <a:bodyPr/>
          <a:lstStyle/>
          <a:p>
            <a:r>
              <a:rPr altLang="en-US" b="1" lang="en-US" sz="3600"/>
              <a:t>Operations versus Projects – cont.</a:t>
            </a:r>
            <a:endParaRPr altLang="en-US" lang="en-US" sz="3600"/>
          </a:p>
        </p:txBody>
      </p:sp>
      <p:sp>
        <p:nvSpPr>
          <p:cNvPr id="18435" name="Content Placeholder 2">
            <a:extLst>
              <a:ext uri="{FF2B5EF4-FFF2-40B4-BE49-F238E27FC236}">
                <a16:creationId xmlns:a16="http://schemas.microsoft.com/office/drawing/2014/main" id="{ABEF21F5-7D32-8639-3785-5C3273810394}"/>
              </a:ext>
            </a:extLst>
          </p:cNvPr>
          <p:cNvSpPr>
            <a:spLocks noGrp="1"/>
          </p:cNvSpPr>
          <p:nvPr>
            <p:ph idx="1"/>
          </p:nvPr>
        </p:nvSpPr>
        <p:spPr/>
        <p:txBody>
          <a:bodyPr/>
          <a:lstStyle/>
          <a:p>
            <a:pPr eaLnBrk="1" hangingPunct="1"/>
            <a:r>
              <a:rPr altLang="en-US" b="1" lang="en-US"/>
              <a:t>Projects are </a:t>
            </a:r>
            <a:r>
              <a:rPr altLang="en-US" b="1" lang="en-US">
                <a:solidFill>
                  <a:srgbClr val="009C47"/>
                </a:solidFill>
              </a:rPr>
              <a:t>one-time efforts </a:t>
            </a:r>
            <a:r>
              <a:rPr altLang="en-US" b="1" lang="en-US"/>
              <a:t>to achieve a particular current goal.</a:t>
            </a:r>
          </a:p>
          <a:p>
            <a:pPr eaLnBrk="1" hangingPunct="1"/>
            <a:endParaRPr altLang="en-US" b="1" lang="en-US"/>
          </a:p>
          <a:p>
            <a:pPr eaLnBrk="1" hangingPunct="1" lvl="1"/>
            <a:r>
              <a:rPr altLang="en-US" b="1" lang="en-US"/>
              <a:t>Process improvement</a:t>
            </a:r>
          </a:p>
          <a:p>
            <a:pPr eaLnBrk="1" hangingPunct="1" lvl="1"/>
            <a:r>
              <a:rPr altLang="en-US" b="1" lang="en-US"/>
              <a:t>Business restructuring</a:t>
            </a:r>
            <a:endParaRPr altLang="en-US" b="1" lang="en-CA"/>
          </a:p>
          <a:p>
            <a:pPr eaLnBrk="1" hangingPunct="1" lvl="1"/>
            <a:r>
              <a:rPr altLang="en-US" b="1" i="1" lang="en-US"/>
              <a:t>New product introduction (including design)</a:t>
            </a:r>
          </a:p>
          <a:p>
            <a:endParaRPr altLang="en-US"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159B7F18-2810-E52B-9121-3DA2AB4B0279}"/>
              </a:ext>
            </a:extLst>
          </p:cNvPr>
          <p:cNvSpPr>
            <a:spLocks noGrp="1"/>
          </p:cNvSpPr>
          <p:nvPr>
            <p:ph type="title"/>
          </p:nvPr>
        </p:nvSpPr>
        <p:spPr/>
        <p:txBody>
          <a:bodyPr/>
          <a:lstStyle/>
          <a:p>
            <a:r>
              <a:rPr altLang="en-US" b="1" lang="en-US" sz="3600"/>
              <a:t>Operations versus Projects</a:t>
            </a:r>
            <a:endParaRPr altLang="en-US" lang="en-US" sz="3600"/>
          </a:p>
        </p:txBody>
      </p:sp>
      <p:sp>
        <p:nvSpPr>
          <p:cNvPr id="19459" name="Content Placeholder 2">
            <a:extLst>
              <a:ext uri="{FF2B5EF4-FFF2-40B4-BE49-F238E27FC236}">
                <a16:creationId xmlns:a16="http://schemas.microsoft.com/office/drawing/2014/main" id="{ED300BD3-0700-FA10-8FE6-73AA4917AD08}"/>
              </a:ext>
            </a:extLst>
          </p:cNvPr>
          <p:cNvSpPr>
            <a:spLocks noGrp="1"/>
          </p:cNvSpPr>
          <p:nvPr>
            <p:ph idx="1"/>
          </p:nvPr>
        </p:nvSpPr>
        <p:spPr/>
        <p:txBody>
          <a:bodyPr/>
          <a:lstStyle/>
          <a:p>
            <a:pPr eaLnBrk="1" hangingPunct="1"/>
            <a:r>
              <a:rPr altLang="en-US" b="1" i="1" lang="en-US" sz="2400"/>
              <a:t>Planning</a:t>
            </a:r>
          </a:p>
          <a:p>
            <a:pPr eaLnBrk="1" hangingPunct="1"/>
            <a:endParaRPr altLang="en-US" b="1" lang="en-US" sz="2400"/>
          </a:p>
          <a:p>
            <a:pPr eaLnBrk="1" hangingPunct="1"/>
            <a:r>
              <a:rPr altLang="en-US" b="1" i="1" lang="en-US" sz="2400"/>
              <a:t>Organizing</a:t>
            </a:r>
          </a:p>
          <a:p>
            <a:pPr eaLnBrk="1" hangingPunct="1"/>
            <a:endParaRPr altLang="en-US" b="1" lang="en-US" sz="2400"/>
          </a:p>
          <a:p>
            <a:pPr eaLnBrk="1" hangingPunct="1"/>
            <a:r>
              <a:rPr altLang="en-US" b="1" i="1" lang="en-US" sz="2400"/>
              <a:t>Staffing</a:t>
            </a:r>
          </a:p>
          <a:p>
            <a:pPr eaLnBrk="1" hangingPunct="1"/>
            <a:endParaRPr altLang="en-US" b="1" lang="en-US" sz="2400"/>
          </a:p>
          <a:p>
            <a:pPr eaLnBrk="1" hangingPunct="1"/>
            <a:r>
              <a:rPr altLang="en-US" b="1" i="1" lang="en-US" sz="2400"/>
              <a:t>Tracking</a:t>
            </a:r>
          </a:p>
          <a:p>
            <a:pPr eaLnBrk="1" hangingPunct="1"/>
            <a:endParaRPr altLang="en-US" b="1" lang="en-US" sz="2400"/>
          </a:p>
          <a:p>
            <a:pPr eaLnBrk="1" hangingPunct="1"/>
            <a:r>
              <a:rPr altLang="en-US" b="1" i="1" lang="en-US" sz="2400"/>
              <a:t>Leading</a:t>
            </a:r>
            <a:endParaRPr altLang="en-US" b="1" lang="en-CA" sz="2400"/>
          </a:p>
          <a:p>
            <a:endParaRPr altLang="en-US"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DDAB3521-5189-1FC1-B0DE-A7995338CF08}"/>
              </a:ext>
            </a:extLst>
          </p:cNvPr>
          <p:cNvSpPr>
            <a:spLocks noGrp="1"/>
          </p:cNvSpPr>
          <p:nvPr>
            <p:ph type="title"/>
          </p:nvPr>
        </p:nvSpPr>
        <p:spPr/>
        <p:txBody>
          <a:bodyPr/>
          <a:lstStyle/>
          <a:p>
            <a:r>
              <a:rPr altLang="en-US" b="1" lang="en-US" sz="3600"/>
              <a:t>Operations versus Projects – cont.</a:t>
            </a:r>
            <a:endParaRPr altLang="en-US" lang="en-US" sz="3600"/>
          </a:p>
        </p:txBody>
      </p:sp>
      <p:sp>
        <p:nvSpPr>
          <p:cNvPr id="20483" name="Content Placeholder 2">
            <a:extLst>
              <a:ext uri="{FF2B5EF4-FFF2-40B4-BE49-F238E27FC236}">
                <a16:creationId xmlns:a16="http://schemas.microsoft.com/office/drawing/2014/main" id="{52FE53AD-9BE4-804C-08C5-00ECC55765B1}"/>
              </a:ext>
            </a:extLst>
          </p:cNvPr>
          <p:cNvSpPr>
            <a:spLocks noGrp="1"/>
          </p:cNvSpPr>
          <p:nvPr>
            <p:ph idx="1"/>
          </p:nvPr>
        </p:nvSpPr>
        <p:spPr/>
        <p:txBody>
          <a:bodyPr/>
          <a:lstStyle/>
          <a:p>
            <a:pPr eaLnBrk="1" hangingPunct="1"/>
            <a:r>
              <a:rPr altLang="en-US" b="1" i="1" lang="en-US"/>
              <a:t>Planning</a:t>
            </a:r>
          </a:p>
          <a:p>
            <a:pPr eaLnBrk="1" hangingPunct="1"/>
            <a:endParaRPr altLang="en-US" b="1" i="1" lang="en-US"/>
          </a:p>
          <a:p>
            <a:pPr eaLnBrk="1" hangingPunct="1" lvl="1"/>
            <a:r>
              <a:rPr altLang="en-US" b="1" lang="en-US"/>
              <a:t>Formulating a scheme for doing a project.</a:t>
            </a:r>
          </a:p>
          <a:p>
            <a:endParaRPr altLang="en-US" lang="en-US"/>
          </a:p>
        </p:txBody>
      </p:sp>
      <p:pic>
        <p:nvPicPr>
          <p:cNvPr descr="Software Project Planning" id="1026" name="Picture 2">
            <a:extLst>
              <a:ext uri="{FF2B5EF4-FFF2-40B4-BE49-F238E27FC236}">
                <a16:creationId xmlns:a16="http://schemas.microsoft.com/office/drawing/2014/main" id="{6EE155D4-F446-C0A5-8B4B-4DCD244BFBCF}"/>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505200"/>
            <a:ext cx="4162425" cy="3162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8B897C5B-BF9D-DFE8-22DB-3706AB988B92}"/>
              </a:ext>
            </a:extLst>
          </p:cNvPr>
          <p:cNvSpPr>
            <a:spLocks noGrp="1"/>
          </p:cNvSpPr>
          <p:nvPr>
            <p:ph type="title"/>
          </p:nvPr>
        </p:nvSpPr>
        <p:spPr/>
        <p:txBody>
          <a:bodyPr/>
          <a:lstStyle/>
          <a:p>
            <a:r>
              <a:rPr altLang="en-US" b="1" lang="en-US" sz="3600"/>
              <a:t>Operations versus Projects – cont</a:t>
            </a:r>
            <a:endParaRPr altLang="en-US" lang="en-US" sz="3600"/>
          </a:p>
        </p:txBody>
      </p:sp>
      <p:sp>
        <p:nvSpPr>
          <p:cNvPr id="21507" name="Content Placeholder 2">
            <a:extLst>
              <a:ext uri="{FF2B5EF4-FFF2-40B4-BE49-F238E27FC236}">
                <a16:creationId xmlns:a16="http://schemas.microsoft.com/office/drawing/2014/main" id="{AA60AA1B-88A8-D1F2-BB4A-7FE80BC47549}"/>
              </a:ext>
            </a:extLst>
          </p:cNvPr>
          <p:cNvSpPr>
            <a:spLocks noGrp="1"/>
          </p:cNvSpPr>
          <p:nvPr>
            <p:ph idx="1"/>
          </p:nvPr>
        </p:nvSpPr>
        <p:spPr/>
        <p:txBody>
          <a:bodyPr/>
          <a:lstStyle/>
          <a:p>
            <a:pPr eaLnBrk="1" hangingPunct="1"/>
            <a:r>
              <a:rPr altLang="en-US" b="1" dirty="0" i="1" lang="en-US"/>
              <a:t>Organizing</a:t>
            </a:r>
            <a:endParaRPr altLang="en-US" b="1" dirty="0" lang="en-US"/>
          </a:p>
          <a:p>
            <a:pPr eaLnBrk="1" hangingPunct="1" lvl="1"/>
            <a:r>
              <a:rPr altLang="en-US" b="1" dirty="0" lang="en-US"/>
              <a:t>Structuring the organizational entities involved in a project and assigning them authority and responsibilities.</a:t>
            </a:r>
          </a:p>
          <a:p>
            <a:endParaRPr altLang="en-US" dirty="0" lang="en-US"/>
          </a:p>
        </p:txBody>
      </p:sp>
      <p:pic>
        <p:nvPicPr>
          <p:cNvPr id="3" name="Picture 2" descr="Project organization chart. A Project Director appears at the top, connected downward to a Project Manager. The Project Manager is connected laterally to a Project Office and downward to a group of three Functional Team Leaders. Each Functional Team Leader supervises two Team Members, for a total of six team members.">
            <a:extLst>
              <a:ext uri="{FF2B5EF4-FFF2-40B4-BE49-F238E27FC236}">
                <a16:creationId xmlns:a16="http://schemas.microsoft.com/office/drawing/2014/main" id="{81ABBC01-8430-E4E6-6BCB-90B58C10D087}"/>
              </a:ext>
            </a:extLst>
          </p:cNvPr>
          <p:cNvPicPr>
            <a:picLocks noChangeAspect="1"/>
          </p:cNvPicPr>
          <p:nvPr/>
        </p:nvPicPr>
        <p:blipFill>
          <a:blip r:embed="rId3"/>
          <a:stretch>
            <a:fillRect/>
          </a:stretch>
        </p:blipFill>
        <p:spPr>
          <a:xfrm>
            <a:off x="2514600" y="3823280"/>
            <a:ext cx="4343400" cy="248544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BDF8D3A6-E516-F4EA-0ED9-FD12257FEFBD}"/>
              </a:ext>
            </a:extLst>
          </p:cNvPr>
          <p:cNvSpPr>
            <a:spLocks noGrp="1"/>
          </p:cNvSpPr>
          <p:nvPr>
            <p:ph type="title"/>
          </p:nvPr>
        </p:nvSpPr>
        <p:spPr/>
        <p:txBody>
          <a:bodyPr/>
          <a:lstStyle/>
          <a:p>
            <a:r>
              <a:rPr altLang="en-US" b="1" lang="en-US" sz="3600"/>
              <a:t>Operations versus Projects – cont</a:t>
            </a:r>
            <a:endParaRPr altLang="en-US" lang="en-US" sz="3600"/>
          </a:p>
        </p:txBody>
      </p:sp>
      <p:sp>
        <p:nvSpPr>
          <p:cNvPr id="22531" name="Content Placeholder 2">
            <a:extLst>
              <a:ext uri="{FF2B5EF4-FFF2-40B4-BE49-F238E27FC236}">
                <a16:creationId xmlns:a16="http://schemas.microsoft.com/office/drawing/2014/main" id="{7AF6C913-CF17-9BEF-61CA-CD06C8222E4B}"/>
              </a:ext>
            </a:extLst>
          </p:cNvPr>
          <p:cNvSpPr>
            <a:spLocks noGrp="1"/>
          </p:cNvSpPr>
          <p:nvPr>
            <p:ph idx="1"/>
          </p:nvPr>
        </p:nvSpPr>
        <p:spPr/>
        <p:txBody>
          <a:bodyPr/>
          <a:lstStyle/>
          <a:p>
            <a:pPr eaLnBrk="1" hangingPunct="1"/>
            <a:r>
              <a:rPr altLang="en-US" b="1" dirty="0" i="1" lang="en-US"/>
              <a:t>Staffing</a:t>
            </a:r>
            <a:endParaRPr altLang="en-US" b="1" dirty="0" lang="en-US"/>
          </a:p>
          <a:p>
            <a:pPr eaLnBrk="1" hangingPunct="1" lvl="1"/>
            <a:r>
              <a:rPr altLang="en-US" b="1" dirty="0" lang="en-US"/>
              <a:t>Filling the positions in an organizational structure and keeping them filled.</a:t>
            </a:r>
          </a:p>
          <a:p>
            <a:endParaRPr altLang="en-US" dirty="0" lang="en-US"/>
          </a:p>
        </p:txBody>
      </p:sp>
      <p:pic>
        <p:nvPicPr>
          <p:cNvPr id="3" name="Picture 2" descr="Project staffing table listing roles, responsibilities, required skills, staffing levels, start dates, and durations. The Project Manager leads the team and reports status; one person with project-management skills begins July 1, 2022, for six months. The four-person Core Team reviews deliverables and assures quality, beginning September 1 for four months. One Content Development specialist creates framework content using research and web-writing skills, beginning September 1 for four months. One Web Designer designs the web-based performance-management tool, beginning October 1 for three months. One Web Developer builds the tool, beginning November 1 for two months. A 20-person Review Team evaluates deliverables and promotes adoption, beginning November 1 for two months.">
            <a:extLst>
              <a:ext uri="{FF2B5EF4-FFF2-40B4-BE49-F238E27FC236}">
                <a16:creationId xmlns:a16="http://schemas.microsoft.com/office/drawing/2014/main" id="{80C41EC1-E036-8308-4E48-83ACBBF1BD17}"/>
              </a:ext>
            </a:extLst>
          </p:cNvPr>
          <p:cNvPicPr>
            <a:picLocks noChangeAspect="1"/>
          </p:cNvPicPr>
          <p:nvPr/>
        </p:nvPicPr>
        <p:blipFill>
          <a:blip r:embed="rId3"/>
          <a:stretch>
            <a:fillRect/>
          </a:stretch>
        </p:blipFill>
        <p:spPr>
          <a:xfrm>
            <a:off x="1524000" y="3200400"/>
            <a:ext cx="5715000" cy="3331939"/>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408B0E87-2A03-B3F9-4EEA-826C7F91FDBC}"/>
              </a:ext>
            </a:extLst>
          </p:cNvPr>
          <p:cNvSpPr>
            <a:spLocks noGrp="1"/>
          </p:cNvSpPr>
          <p:nvPr>
            <p:ph type="title"/>
          </p:nvPr>
        </p:nvSpPr>
        <p:spPr/>
        <p:txBody>
          <a:bodyPr/>
          <a:lstStyle/>
          <a:p>
            <a:r>
              <a:rPr altLang="en-US" b="1" lang="en-US" sz="3600"/>
              <a:t>Operations versus Projects – cont</a:t>
            </a:r>
            <a:endParaRPr altLang="en-US" lang="en-US" sz="3600"/>
          </a:p>
        </p:txBody>
      </p:sp>
      <p:sp>
        <p:nvSpPr>
          <p:cNvPr id="23555" name="Content Placeholder 2">
            <a:extLst>
              <a:ext uri="{FF2B5EF4-FFF2-40B4-BE49-F238E27FC236}">
                <a16:creationId xmlns:a16="http://schemas.microsoft.com/office/drawing/2014/main" id="{8F607249-89BC-82F6-5E1E-CEBCF0403E5D}"/>
              </a:ext>
            </a:extLst>
          </p:cNvPr>
          <p:cNvSpPr>
            <a:spLocks noGrp="1"/>
          </p:cNvSpPr>
          <p:nvPr>
            <p:ph idx="1"/>
          </p:nvPr>
        </p:nvSpPr>
        <p:spPr/>
        <p:txBody>
          <a:bodyPr/>
          <a:lstStyle/>
          <a:p>
            <a:pPr eaLnBrk="1" hangingPunct="1"/>
            <a:r>
              <a:rPr altLang="en-US" b="1" dirty="0" i="1" lang="en-US"/>
              <a:t>Tracking</a:t>
            </a:r>
            <a:endParaRPr altLang="en-US" b="1" dirty="0" lang="en-US"/>
          </a:p>
          <a:p>
            <a:pPr eaLnBrk="1" hangingPunct="1" lvl="1"/>
            <a:r>
              <a:rPr altLang="en-US" b="1" dirty="0" lang="en-US"/>
              <a:t>Observing the progress of work and adjusting work and plans accordingly.</a:t>
            </a:r>
          </a:p>
          <a:p>
            <a:endParaRPr altLang="en-US" dirty="0" lang="en-US"/>
          </a:p>
        </p:txBody>
      </p:sp>
      <p:pic>
        <p:nvPicPr>
          <p:cNvPr id="3" name="Picture 2" descr="A horizontal bar chart displays the weekly progress of six activities, showing their completion percentages and the days they were completed, ranging from 15% to 98%.">
            <a:extLst>
              <a:ext uri="{FF2B5EF4-FFF2-40B4-BE49-F238E27FC236}">
                <a16:creationId xmlns:a16="http://schemas.microsoft.com/office/drawing/2014/main" id="{1C037F42-9ECE-9728-39DE-D303DDA06300}"/>
              </a:ext>
            </a:extLst>
          </p:cNvPr>
          <p:cNvPicPr>
            <a:picLocks noChangeAspect="1"/>
          </p:cNvPicPr>
          <p:nvPr/>
        </p:nvPicPr>
        <p:blipFill>
          <a:blip r:embed="rId3"/>
          <a:stretch>
            <a:fillRect/>
          </a:stretch>
        </p:blipFill>
        <p:spPr>
          <a:xfrm>
            <a:off x="1295400" y="3200400"/>
            <a:ext cx="6439458" cy="3520745"/>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4A1CDAA3-C481-02B6-04D6-76A4926078D0}"/>
              </a:ext>
            </a:extLst>
          </p:cNvPr>
          <p:cNvSpPr>
            <a:spLocks noGrp="1"/>
          </p:cNvSpPr>
          <p:nvPr>
            <p:ph type="title"/>
          </p:nvPr>
        </p:nvSpPr>
        <p:spPr/>
        <p:txBody>
          <a:bodyPr/>
          <a:lstStyle/>
          <a:p>
            <a:r>
              <a:rPr altLang="en-US" b="1" lang="en-US" sz="3600"/>
              <a:t>Operations versus Projects – cont</a:t>
            </a:r>
            <a:endParaRPr altLang="en-US" lang="en-US" sz="3600"/>
          </a:p>
        </p:txBody>
      </p:sp>
      <p:sp>
        <p:nvSpPr>
          <p:cNvPr id="24579" name="Content Placeholder 2">
            <a:extLst>
              <a:ext uri="{FF2B5EF4-FFF2-40B4-BE49-F238E27FC236}">
                <a16:creationId xmlns:a16="http://schemas.microsoft.com/office/drawing/2014/main" id="{D8DCD2BD-B6A1-EB8E-D69E-011450969299}"/>
              </a:ext>
            </a:extLst>
          </p:cNvPr>
          <p:cNvSpPr>
            <a:spLocks noGrp="1"/>
          </p:cNvSpPr>
          <p:nvPr>
            <p:ph idx="1"/>
          </p:nvPr>
        </p:nvSpPr>
        <p:spPr/>
        <p:txBody>
          <a:bodyPr/>
          <a:lstStyle/>
          <a:p>
            <a:r>
              <a:rPr altLang="en-US" b="1" dirty="0" i="1" lang="en-US"/>
              <a:t>Leading</a:t>
            </a:r>
            <a:endParaRPr altLang="en-US" b="1" dirty="0" lang="en-US"/>
          </a:p>
          <a:p>
            <a:pPr lvl="1"/>
            <a:r>
              <a:rPr altLang="en-US" b="1" dirty="0" lang="en-US"/>
              <a:t>Directing and supporting people doing project work.</a:t>
            </a:r>
            <a:endParaRPr altLang="en-US" b="1" dirty="0" lang="en-CA"/>
          </a:p>
          <a:p>
            <a:endParaRPr altLang="en-US" dirty="0" lang="en-US"/>
          </a:p>
        </p:txBody>
      </p:sp>
      <p:pic>
        <p:nvPicPr>
          <p:cNvPr descr="The 8 Rules of Service Leadership - Salesforce EU Blog - Salesforce EMEA  Blog" id="24581" name="Picture 5">
            <a:extLst>
              <a:ext uri="{FF2B5EF4-FFF2-40B4-BE49-F238E27FC236}">
                <a16:creationId xmlns:a16="http://schemas.microsoft.com/office/drawing/2014/main" id="{D094FD5B-98AC-F554-D3FF-FA958DA42A0A}"/>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505200"/>
            <a:ext cx="4762500" cy="2876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BC6EA634-262B-2F5C-4B4B-DC672220D852}"/>
              </a:ext>
            </a:extLst>
          </p:cNvPr>
          <p:cNvSpPr>
            <a:spLocks noGrp="1"/>
          </p:cNvSpPr>
          <p:nvPr>
            <p:ph type="title"/>
          </p:nvPr>
        </p:nvSpPr>
        <p:spPr/>
        <p:txBody>
          <a:bodyPr/>
          <a:lstStyle/>
          <a:p>
            <a:r>
              <a:rPr altLang="en-US" b="1" lang="en-US" sz="3600"/>
              <a:t>Project Management Activities</a:t>
            </a:r>
            <a:endParaRPr altLang="en-US" lang="en-US" sz="3600"/>
          </a:p>
        </p:txBody>
      </p:sp>
      <p:sp>
        <p:nvSpPr>
          <p:cNvPr id="25603" name="Content Placeholder 2">
            <a:extLst>
              <a:ext uri="{FF2B5EF4-FFF2-40B4-BE49-F238E27FC236}">
                <a16:creationId xmlns:a16="http://schemas.microsoft.com/office/drawing/2014/main" id="{FECC2703-3953-21AB-CF65-AB9167BC3AA4}"/>
              </a:ext>
            </a:extLst>
          </p:cNvPr>
          <p:cNvSpPr>
            <a:spLocks noGrp="1"/>
          </p:cNvSpPr>
          <p:nvPr>
            <p:ph idx="1"/>
          </p:nvPr>
        </p:nvSpPr>
        <p:spPr/>
        <p:txBody>
          <a:bodyPr/>
          <a:lstStyle/>
          <a:p>
            <a:pPr eaLnBrk="1" hangingPunct="1"/>
            <a:r>
              <a:rPr altLang="en-US" b="1" i="1" lang="en-US" sz="2400"/>
              <a:t>Planning—</a:t>
            </a:r>
            <a:r>
              <a:rPr altLang="en-US" b="1" lang="en-US" sz="2400"/>
              <a:t>Formulating a scheme for doing a project.</a:t>
            </a:r>
          </a:p>
          <a:p>
            <a:pPr eaLnBrk="1" hangingPunct="1"/>
            <a:r>
              <a:rPr altLang="en-US" b="1" i="1" lang="en-US" sz="2400"/>
              <a:t>Organizing</a:t>
            </a:r>
            <a:r>
              <a:rPr altLang="en-US" b="1" lang="en-US" sz="2400"/>
              <a:t>—Structuring the organizational entities involved in a project and assigning them authority and responsibilities.</a:t>
            </a:r>
          </a:p>
          <a:p>
            <a:pPr eaLnBrk="1" hangingPunct="1"/>
            <a:r>
              <a:rPr altLang="en-US" b="1" i="1" lang="en-US" sz="2400"/>
              <a:t>Staffing</a:t>
            </a:r>
            <a:r>
              <a:rPr altLang="en-US" b="1" lang="en-US" sz="2400"/>
              <a:t>—Filling the positions in an organizational structure and keeping them filled.</a:t>
            </a:r>
          </a:p>
          <a:p>
            <a:pPr eaLnBrk="1" hangingPunct="1"/>
            <a:r>
              <a:rPr altLang="en-US" b="1" i="1" lang="en-US" sz="2400"/>
              <a:t>Tracking</a:t>
            </a:r>
            <a:r>
              <a:rPr altLang="en-US" b="1" lang="en-US" sz="2400"/>
              <a:t>—Observing the progress of work and adjusting work and plans accordingly.</a:t>
            </a:r>
          </a:p>
          <a:p>
            <a:pPr eaLnBrk="1" hangingPunct="1"/>
            <a:r>
              <a:rPr altLang="en-US" b="1" i="1" lang="en-US" sz="2400"/>
              <a:t>Leading</a:t>
            </a:r>
            <a:r>
              <a:rPr altLang="en-US" b="1" lang="en-US" sz="2400"/>
              <a:t>—Directing and supporting people doing project work.</a:t>
            </a:r>
            <a:endParaRPr altLang="en-US" b="1" lang="en-CA" sz="2400"/>
          </a:p>
          <a:p>
            <a:endParaRPr altLang="en-US"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6626" name="Slide Number Placeholder 3">
            <a:extLst>
              <a:ext uri="{FF2B5EF4-FFF2-40B4-BE49-F238E27FC236}">
                <a16:creationId xmlns:a16="http://schemas.microsoft.com/office/drawing/2014/main" id="{9344B4DB-42DA-8D74-E444-53774CDC667B}"/>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547A9C7F-FF5C-47CC-8F04-817D861586D5}" type="slidenum">
              <a:rPr altLang="en-US" lang="en-US"/>
              <a:pPr algn="l" eaLnBrk="1" hangingPunct="1"/>
              <a:t>23</a:t>
            </a:fld>
            <a:endParaRPr altLang="en-US" lang="en-US"/>
          </a:p>
        </p:txBody>
      </p:sp>
      <p:sp>
        <p:nvSpPr>
          <p:cNvPr id="26627" name="Rectangle 2">
            <a:extLst>
              <a:ext uri="{FF2B5EF4-FFF2-40B4-BE49-F238E27FC236}">
                <a16:creationId xmlns:a16="http://schemas.microsoft.com/office/drawing/2014/main" id="{2E73F9B1-6EC7-A959-85EC-D277A0C6B06D}"/>
              </a:ext>
            </a:extLst>
          </p:cNvPr>
          <p:cNvSpPr>
            <a:spLocks noChangeArrowheads="1" noGrp="1"/>
          </p:cNvSpPr>
          <p:nvPr>
            <p:ph type="title"/>
          </p:nvPr>
        </p:nvSpPr>
        <p:spPr/>
        <p:txBody>
          <a:bodyPr/>
          <a:lstStyle/>
          <a:p>
            <a:pPr eaLnBrk="1" hangingPunct="1"/>
            <a:r>
              <a:rPr altLang="en-US" b="1" lang="en-US" sz="4000"/>
              <a:t>Project Planning</a:t>
            </a:r>
            <a:endParaRPr altLang="en-US" b="1" lang="en-CA" sz="4000"/>
          </a:p>
        </p:txBody>
      </p:sp>
      <p:sp>
        <p:nvSpPr>
          <p:cNvPr id="26628" name="Rectangle 3">
            <a:extLst>
              <a:ext uri="{FF2B5EF4-FFF2-40B4-BE49-F238E27FC236}">
                <a16:creationId xmlns:a16="http://schemas.microsoft.com/office/drawing/2014/main" id="{C205E5DF-5097-3E5A-B497-74CDCC73A9C3}"/>
              </a:ext>
            </a:extLst>
          </p:cNvPr>
          <p:cNvSpPr>
            <a:spLocks noChangeArrowheads="1" noGrp="1"/>
          </p:cNvSpPr>
          <p:nvPr>
            <p:ph idx="1" type="body"/>
          </p:nvPr>
        </p:nvSpPr>
        <p:spPr>
          <a:xfrm>
            <a:off x="914400" y="1470025"/>
            <a:ext cx="7620000" cy="4762500"/>
          </a:xfrm>
        </p:spPr>
        <p:txBody>
          <a:bodyPr/>
          <a:lstStyle/>
          <a:p>
            <a:pPr eaLnBrk="1" hangingPunct="1">
              <a:lnSpc>
                <a:spcPct val="90000"/>
              </a:lnSpc>
            </a:pPr>
            <a:r>
              <a:rPr altLang="en-US" b="1" lang="en-US" sz="2800">
                <a:solidFill>
                  <a:srgbClr val="009C47"/>
                </a:solidFill>
              </a:rPr>
              <a:t>Estimation</a:t>
            </a:r>
            <a:r>
              <a:rPr altLang="en-US" b="1" lang="en-US" sz="2800"/>
              <a:t> is calculation of the approximate cost, effort, time or resources required to achieve some end.</a:t>
            </a:r>
          </a:p>
          <a:p>
            <a:pPr eaLnBrk="1" hangingPunct="1">
              <a:lnSpc>
                <a:spcPct val="90000"/>
              </a:lnSpc>
            </a:pPr>
            <a:r>
              <a:rPr altLang="en-US" b="1" lang="en-US" sz="2800"/>
              <a:t>A </a:t>
            </a:r>
            <a:r>
              <a:rPr altLang="en-US" b="1" lang="en-US" sz="2800">
                <a:solidFill>
                  <a:srgbClr val="009C47"/>
                </a:solidFill>
              </a:rPr>
              <a:t>schedule</a:t>
            </a:r>
            <a:r>
              <a:rPr altLang="en-US" b="1" lang="en-US" sz="2800"/>
              <a:t> specifies the start and duration of work tasks.</a:t>
            </a:r>
          </a:p>
          <a:p>
            <a:pPr eaLnBrk="1" hangingPunct="1">
              <a:lnSpc>
                <a:spcPct val="90000"/>
              </a:lnSpc>
            </a:pPr>
            <a:r>
              <a:rPr altLang="en-US" b="1" lang="en-US" sz="2800">
                <a:solidFill>
                  <a:srgbClr val="009C47"/>
                </a:solidFill>
              </a:rPr>
              <a:t>Risk analysis </a:t>
            </a:r>
            <a:r>
              <a:rPr altLang="en-US" b="1" lang="en-US" sz="2800"/>
              <a:t>is an orderly process of identifying, understanding, and assessing risks (any occurrence with negative consequences).</a:t>
            </a:r>
          </a:p>
          <a:p>
            <a:pPr eaLnBrk="1" hangingPunct="1">
              <a:lnSpc>
                <a:spcPct val="90000"/>
              </a:lnSpc>
            </a:pPr>
            <a:r>
              <a:rPr altLang="en-US" b="1" lang="en-US" sz="2800">
                <a:solidFill>
                  <a:srgbClr val="009C47"/>
                </a:solidFill>
              </a:rPr>
              <a:t>Policies, procedures, tools, and techniques </a:t>
            </a:r>
            <a:r>
              <a:rPr altLang="en-US" b="1" lang="en-US" sz="2800"/>
              <a:t>are specified to govern work.</a:t>
            </a:r>
            <a:endParaRPr altLang="en-US" b="1" lang="en-CA" sz="2800"/>
          </a:p>
        </p:txBody>
      </p:sp>
    </p:spTree>
  </p:cSld>
  <p:clrMapOvr>
    <a:masterClrMapping/>
  </p:clrMapOvr>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7650" name="Slide Number Placeholder 3">
            <a:extLst>
              <a:ext uri="{FF2B5EF4-FFF2-40B4-BE49-F238E27FC236}">
                <a16:creationId xmlns:a16="http://schemas.microsoft.com/office/drawing/2014/main" id="{EB009B14-6259-9FF8-0273-679341121F0C}"/>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73B7DCA3-3160-4F7C-ACD1-17D70C9DCF9E}" type="slidenum">
              <a:rPr altLang="en-US" lang="en-US"/>
              <a:pPr algn="l" eaLnBrk="1" hangingPunct="1"/>
              <a:t>24</a:t>
            </a:fld>
            <a:endParaRPr altLang="en-US" lang="en-US"/>
          </a:p>
        </p:txBody>
      </p:sp>
      <p:sp>
        <p:nvSpPr>
          <p:cNvPr id="27651" name="Rectangle 2">
            <a:extLst>
              <a:ext uri="{FF2B5EF4-FFF2-40B4-BE49-F238E27FC236}">
                <a16:creationId xmlns:a16="http://schemas.microsoft.com/office/drawing/2014/main" id="{23EA5F09-8D69-A820-18D2-DF1245211FBA}"/>
              </a:ext>
            </a:extLst>
          </p:cNvPr>
          <p:cNvSpPr>
            <a:spLocks noChangeArrowheads="1" noGrp="1"/>
          </p:cNvSpPr>
          <p:nvPr>
            <p:ph type="title"/>
          </p:nvPr>
        </p:nvSpPr>
        <p:spPr/>
        <p:txBody>
          <a:bodyPr/>
          <a:lstStyle/>
          <a:p>
            <a:pPr eaLnBrk="1" hangingPunct="1"/>
            <a:r>
              <a:rPr altLang="en-US" b="1" lang="en-US" sz="3600"/>
              <a:t>Project Organizing</a:t>
            </a:r>
            <a:endParaRPr altLang="en-US" b="1" lang="en-CA" sz="3600"/>
          </a:p>
        </p:txBody>
      </p:sp>
      <p:sp>
        <p:nvSpPr>
          <p:cNvPr id="27652" name="Rectangle 3">
            <a:extLst>
              <a:ext uri="{FF2B5EF4-FFF2-40B4-BE49-F238E27FC236}">
                <a16:creationId xmlns:a16="http://schemas.microsoft.com/office/drawing/2014/main" id="{9036C615-E495-FDD5-1804-1A76CF49E0B3}"/>
              </a:ext>
            </a:extLst>
          </p:cNvPr>
          <p:cNvSpPr>
            <a:spLocks noChangeArrowheads="1" noGrp="1"/>
          </p:cNvSpPr>
          <p:nvPr>
            <p:ph idx="1" type="body"/>
          </p:nvPr>
        </p:nvSpPr>
        <p:spPr>
          <a:xfrm>
            <a:off x="1066800" y="1371600"/>
            <a:ext cx="6500813" cy="4708525"/>
          </a:xfrm>
        </p:spPr>
        <p:txBody>
          <a:bodyPr/>
          <a:lstStyle/>
          <a:p>
            <a:pPr eaLnBrk="1" hangingPunct="1">
              <a:lnSpc>
                <a:spcPct val="90000"/>
              </a:lnSpc>
            </a:pPr>
            <a:r>
              <a:rPr altLang="en-US" b="1" dirty="0" lang="en-US"/>
              <a:t>Organizational structures</a:t>
            </a:r>
          </a:p>
          <a:p>
            <a:pPr eaLnBrk="1" hangingPunct="1">
              <a:lnSpc>
                <a:spcPct val="90000"/>
              </a:lnSpc>
            </a:pPr>
            <a:endParaRPr altLang="en-US" b="1" dirty="0" lang="en-US"/>
          </a:p>
          <a:p>
            <a:pPr eaLnBrk="1" hangingPunct="1" lvl="1">
              <a:lnSpc>
                <a:spcPct val="90000"/>
              </a:lnSpc>
            </a:pPr>
            <a:r>
              <a:rPr altLang="en-US" b="1" dirty="0" lang="en-US"/>
              <a:t>Project organization</a:t>
            </a:r>
          </a:p>
          <a:p>
            <a:pPr eaLnBrk="1" hangingPunct="1" lvl="1">
              <a:lnSpc>
                <a:spcPct val="90000"/>
              </a:lnSpc>
            </a:pPr>
            <a:r>
              <a:rPr altLang="en-US" b="1" dirty="0" lang="en-US"/>
              <a:t>Functional organization</a:t>
            </a:r>
          </a:p>
        </p:txBody>
      </p:sp>
      <p:pic>
        <p:nvPicPr>
          <p:cNvPr id="3" name="Picture 2" descr="Side-by-side comparison of functional and projectized organizational structures. In the functional structure, a Chief Executive oversees three Functional Managers, each supervising three staff members. A dashed project-coordination boundary extends horizontally across all three functional units, indicating that a project must coordinate across departments. In the projectized structure, the Chief Executive oversees three Project Managers, each with three staff members. A dashed boundary encloses one Project Manager and that manager’s entire team, indicating that project authority and staff are organized within a dedicated project unit. Gray boxes identify staff engaged in project activities.">
            <a:extLst>
              <a:ext uri="{FF2B5EF4-FFF2-40B4-BE49-F238E27FC236}">
                <a16:creationId xmlns:a16="http://schemas.microsoft.com/office/drawing/2014/main" id="{5C5E6DD3-2282-38B7-CA1F-D0493E3CFAF6}"/>
              </a:ext>
            </a:extLst>
          </p:cNvPr>
          <p:cNvPicPr>
            <a:picLocks noChangeAspect="1"/>
          </p:cNvPicPr>
          <p:nvPr/>
        </p:nvPicPr>
        <p:blipFill>
          <a:blip r:embed="rId3"/>
          <a:stretch>
            <a:fillRect/>
          </a:stretch>
        </p:blipFill>
        <p:spPr>
          <a:xfrm>
            <a:off x="713740" y="3518354"/>
            <a:ext cx="7716520" cy="2755900"/>
          </a:xfrm>
          <a:prstGeom prst="rect">
            <a:avLst/>
          </a:prstGeom>
        </p:spPr>
      </p:pic>
    </p:spTree>
    <p:extLst>
      <p:ext uri="{BB962C8B-B14F-4D97-AF65-F5344CB8AC3E}">
        <p14:creationId xmlns:p14="http://schemas.microsoft.com/office/powerpoint/2010/main" val="3918528328"/>
      </p:ext>
    </p:extLst>
  </p:cSld>
  <p:clrMapOvr>
    <a:masterClrMapping/>
  </p:clrMapOvr>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7650" name="Slide Number Placeholder 3">
            <a:extLst>
              <a:ext uri="{FF2B5EF4-FFF2-40B4-BE49-F238E27FC236}">
                <a16:creationId xmlns:a16="http://schemas.microsoft.com/office/drawing/2014/main" id="{EB009B14-6259-9FF8-0273-679341121F0C}"/>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73B7DCA3-3160-4F7C-ACD1-17D70C9DCF9E}" type="slidenum">
              <a:rPr altLang="en-US" lang="en-US"/>
              <a:pPr algn="l" eaLnBrk="1" hangingPunct="1"/>
              <a:t>25</a:t>
            </a:fld>
            <a:endParaRPr altLang="en-US" lang="en-US"/>
          </a:p>
        </p:txBody>
      </p:sp>
      <p:sp>
        <p:nvSpPr>
          <p:cNvPr id="27651" name="Rectangle 2">
            <a:extLst>
              <a:ext uri="{FF2B5EF4-FFF2-40B4-BE49-F238E27FC236}">
                <a16:creationId xmlns:a16="http://schemas.microsoft.com/office/drawing/2014/main" id="{23EA5F09-8D69-A820-18D2-DF1245211FBA}"/>
              </a:ext>
            </a:extLst>
          </p:cNvPr>
          <p:cNvSpPr>
            <a:spLocks noChangeArrowheads="1" noGrp="1"/>
          </p:cNvSpPr>
          <p:nvPr>
            <p:ph type="title"/>
          </p:nvPr>
        </p:nvSpPr>
        <p:spPr/>
        <p:txBody>
          <a:bodyPr/>
          <a:lstStyle/>
          <a:p>
            <a:pPr eaLnBrk="1" hangingPunct="1"/>
            <a:r>
              <a:rPr altLang="en-US" b="1" lang="en-US" sz="3600"/>
              <a:t>Project Organizing</a:t>
            </a:r>
            <a:endParaRPr altLang="en-US" b="1" lang="en-CA" sz="3600"/>
          </a:p>
        </p:txBody>
      </p:sp>
      <p:sp>
        <p:nvSpPr>
          <p:cNvPr id="27652" name="Rectangle 3">
            <a:extLst>
              <a:ext uri="{FF2B5EF4-FFF2-40B4-BE49-F238E27FC236}">
                <a16:creationId xmlns:a16="http://schemas.microsoft.com/office/drawing/2014/main" id="{9036C615-E495-FDD5-1804-1A76CF49E0B3}"/>
              </a:ext>
            </a:extLst>
          </p:cNvPr>
          <p:cNvSpPr>
            <a:spLocks noChangeArrowheads="1" noGrp="1"/>
          </p:cNvSpPr>
          <p:nvPr>
            <p:ph idx="1" type="body"/>
          </p:nvPr>
        </p:nvSpPr>
        <p:spPr>
          <a:xfrm>
            <a:off x="1066800" y="1371600"/>
            <a:ext cx="6500813" cy="4708525"/>
          </a:xfrm>
        </p:spPr>
        <p:txBody>
          <a:bodyPr/>
          <a:lstStyle/>
          <a:p>
            <a:pPr eaLnBrk="1" hangingPunct="1">
              <a:lnSpc>
                <a:spcPct val="90000"/>
              </a:lnSpc>
            </a:pPr>
            <a:r>
              <a:rPr altLang="en-US" b="1" dirty="0" lang="en-US"/>
              <a:t>Team structures</a:t>
            </a:r>
          </a:p>
          <a:p>
            <a:pPr eaLnBrk="1" hangingPunct="1" lvl="1">
              <a:lnSpc>
                <a:spcPct val="90000"/>
              </a:lnSpc>
            </a:pPr>
            <a:r>
              <a:rPr altLang="en-US" b="1" dirty="0" lang="en-US"/>
              <a:t>Hierarchical teams</a:t>
            </a:r>
          </a:p>
          <a:p>
            <a:pPr eaLnBrk="1" hangingPunct="1" lvl="1">
              <a:lnSpc>
                <a:spcPct val="90000"/>
              </a:lnSpc>
            </a:pPr>
            <a:r>
              <a:rPr altLang="en-US" b="1" dirty="0" lang="en-US"/>
              <a:t>Democratic teams</a:t>
            </a:r>
          </a:p>
        </p:txBody>
      </p:sp>
      <p:pic>
        <p:nvPicPr>
          <p:cNvPr descr="Number of communication channels in Chief-Programmer model - Project  Management Stack Exchange" id="27654" name="Picture 6">
            <a:extLst>
              <a:ext uri="{FF2B5EF4-FFF2-40B4-BE49-F238E27FC236}">
                <a16:creationId xmlns:a16="http://schemas.microsoft.com/office/drawing/2014/main" id="{4E1132AE-0D97-EF79-7867-1F4807C9E3D7}"/>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971800"/>
            <a:ext cx="3952874" cy="3712312"/>
          </a:xfrm>
          <a:prstGeom prst="rect">
            <a:avLst/>
          </a:prstGeom>
          <a:noFill/>
          <a:extLst>
            <a:ext uri="{909E8E84-426E-40DD-AFC4-6F175D3DCCD1}">
              <a14:hiddenFill xmlns:a14="http://schemas.microsoft.com/office/drawing/2010/main">
                <a:solidFill>
                  <a:srgbClr val="FFFFFF"/>
                </a:solidFill>
              </a14:hiddenFill>
            </a:ext>
          </a:extLst>
        </p:spPr>
      </p:pic>
      <p:pic>
        <p:nvPicPr>
          <p:cNvPr descr="How To Build A Successful Software Development Team" id="27656" name="Picture 8">
            <a:extLst>
              <a:ext uri="{FF2B5EF4-FFF2-40B4-BE49-F238E27FC236}">
                <a16:creationId xmlns:a16="http://schemas.microsoft.com/office/drawing/2014/main" id="{13CE67DB-1163-BF8E-9EF2-CE6B8974ACA9}"/>
              </a:ext>
            </a:extLst>
          </p:cNvPr>
          <p:cNvPicPr>
            <a:picLocks noChangeArrowheads="1"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26705" y="2971800"/>
            <a:ext cx="2798920" cy="3792537"/>
          </a:xfrm>
          <a:prstGeom prst="rect">
            <a:avLst/>
          </a:prstGeom>
          <a:noFill/>
          <a:extLst>
            <a:ext uri="{909E8E84-426E-40DD-AFC4-6F175D3DCCD1}">
              <a14:hiddenFill xmlns:a14="http://schemas.microsoft.com/office/drawing/2010/main">
                <a:solidFill>
                  <a:srgbClr val="FFFFFF"/>
                </a:solidFill>
              </a14:hiddenFill>
            </a:ext>
          </a:extLst>
        </p:spPr>
      </p:pic>
      <mc:AlternateContent xmlns:a14="http://schemas.microsoft.com/office/drawing/2010/main" xmlns:mc="http://schemas.openxmlformats.org/markup-compatibility/2006">
        <mc:Choice Requires="a14">
          <p:sp>
            <p:nvSpPr>
              <p:cNvPr id="2" name="TextBox 1">
                <a:extLst>
                  <a:ext uri="{FF2B5EF4-FFF2-40B4-BE49-F238E27FC236}">
                    <a16:creationId xmlns:a16="http://schemas.microsoft.com/office/drawing/2014/main" id="{B78BC1CB-D7B1-CC4F-6F0D-5831AACCDAD4}"/>
                  </a:ext>
                </a:extLst>
              </p:cNvPr>
              <p:cNvSpPr txBox="1"/>
              <p:nvPr/>
            </p:nvSpPr>
            <p:spPr>
              <a:xfrm>
                <a:off x="7162800" y="3484626"/>
                <a:ext cx="1524000" cy="618118"/>
              </a:xfrm>
              <a:prstGeom prst="rect">
                <a:avLst/>
              </a:prstGeom>
              <a:noFill/>
            </p:spPr>
            <p:txBody>
              <a:bodyPr rtlCol="0" wrap="square">
                <a:spAutoFit/>
              </a:bodyPr>
              <a:lstStyle/>
              <a:p>
                <a:pPr/>
                <a14:m>
                  <m:oMathPara xmlns:m="http://schemas.openxmlformats.org/officeDocument/2006/math">
                    <m:oMathParaPr>
                      <m:jc m:val="centerGroup"/>
                    </m:oMathParaPr>
                    <m:oMath>
                      <m:f>
                        <m:fPr>
                          <m:ctrlPr>
                            <a:rPr i="1" lang="en-US" smtClean="0">
                              <a:latin charset="0" panose="02040503050406030204" pitchFamily="18" typeface="Cambria Math"/>
                            </a:rPr>
                          </m:ctrlPr>
                        </m:fPr>
                        <m:num>
                          <m:r>
                            <a:rPr b="0" i="1" lang="en-US" smtClean="0">
                              <a:latin charset="0" panose="02040503050406030204" pitchFamily="18" typeface="Cambria Math"/>
                            </a:rPr>
                            <m:t>𝑛</m:t>
                          </m:r>
                          <m:r>
                            <a:rPr b="0" i="1" lang="en-US" smtClean="0">
                              <a:latin charset="0" panose="02040503050406030204" pitchFamily="18" typeface="Cambria Math"/>
                            </a:rPr>
                            <m:t>∗(</m:t>
                          </m:r>
                          <m:r>
                            <a:rPr b="0" i="1" lang="en-US" smtClean="0">
                              <a:latin charset="0" panose="02040503050406030204" pitchFamily="18" typeface="Cambria Math"/>
                            </a:rPr>
                            <m:t>𝑛</m:t>
                          </m:r>
                          <m:r>
                            <a:rPr b="0" i="1" lang="en-US" smtClean="0">
                              <a:latin charset="0" panose="02040503050406030204" pitchFamily="18" typeface="Cambria Math"/>
                            </a:rPr>
                            <m:t>−1)</m:t>
                          </m:r>
                        </m:num>
                        <m:den>
                          <m:r>
                            <a:rPr b="0" i="1" lang="en-US" smtClean="0">
                              <a:latin charset="0" panose="02040503050406030204" pitchFamily="18" typeface="Cambria Math"/>
                            </a:rPr>
                            <m:t>2</m:t>
                          </m:r>
                        </m:den>
                      </m:f>
                    </m:oMath>
                  </m:oMathPara>
                </a14:m>
                <a:endParaRPr dirty="0" lang="en-US"/>
              </a:p>
            </p:txBody>
          </p:sp>
        </mc:Choice>
        <mc:Fallback>
          <p:sp>
            <p:nvSpPr>
              <p:cNvPr id="2" name="TextBox 1">
                <a:extLst>
                  <a:ext uri="{FF2B5EF4-FFF2-40B4-BE49-F238E27FC236}">
                    <a16:creationId xmlns:a16="http://schemas.microsoft.com/office/drawing/2014/main" id="{B78BC1CB-D7B1-CC4F-6F0D-5831AACCDAD4}"/>
                  </a:ext>
                </a:extLst>
              </p:cNvPr>
              <p:cNvSpPr txBox="1">
                <a:spLocks noAdjustHandles="1" noChangeArrowheads="1" noChangeAspect="1" noChangeShapeType="1" noEditPoints="1" noMove="1" noResize="1" noRot="1" noTextEdit="1"/>
              </p:cNvSpPr>
              <p:nvPr/>
            </p:nvSpPr>
            <p:spPr>
              <a:xfrm>
                <a:off x="7162800" y="3484626"/>
                <a:ext cx="1524000" cy="618118"/>
              </a:xfrm>
              <a:prstGeom prst="rect">
                <a:avLst/>
              </a:prstGeom>
              <a:blipFill>
                <a:blip r:embed="rId5"/>
                <a:stretch>
                  <a:fillRect/>
                </a:stretch>
              </a:blipFill>
            </p:spPr>
            <p:txBody>
              <a:bodyPr/>
              <a:lstStyle/>
              <a:p>
                <a:r>
                  <a:rPr lang="en-US">
                    <a:noFill/>
                  </a:rPr>
                  <a:t> </a:t>
                </a:r>
              </a:p>
            </p:txBody>
          </p:sp>
        </mc:Fallback>
      </mc:AlternateContent>
    </p:spTree>
  </p:cSld>
  <p:clrMapOvr>
    <a:masterClrMapping/>
  </p:clrMapOvr>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CA2F5E3F-3584-6B32-DE73-2AEB0E134676}"/>
              </a:ext>
            </a:extLst>
          </p:cNvPr>
          <p:cNvSpPr>
            <a:spLocks noGrp="1"/>
          </p:cNvSpPr>
          <p:nvPr>
            <p:ph type="title"/>
          </p:nvPr>
        </p:nvSpPr>
        <p:spPr/>
        <p:txBody>
          <a:bodyPr/>
          <a:lstStyle/>
          <a:p>
            <a:r>
              <a:rPr altLang="en-US" b="1" lang="en-US"/>
              <a:t>Project Staffing</a:t>
            </a:r>
          </a:p>
        </p:txBody>
      </p:sp>
      <p:sp>
        <p:nvSpPr>
          <p:cNvPr id="28675" name="Content Placeholder 2">
            <a:extLst>
              <a:ext uri="{FF2B5EF4-FFF2-40B4-BE49-F238E27FC236}">
                <a16:creationId xmlns:a16="http://schemas.microsoft.com/office/drawing/2014/main" id="{86E8F0B0-5916-C2E8-99EC-BB32FE25ECF9}"/>
              </a:ext>
            </a:extLst>
          </p:cNvPr>
          <p:cNvSpPr>
            <a:spLocks noGrp="1"/>
          </p:cNvSpPr>
          <p:nvPr>
            <p:ph idx="1"/>
          </p:nvPr>
        </p:nvSpPr>
        <p:spPr/>
        <p:txBody>
          <a:bodyPr/>
          <a:lstStyle/>
          <a:p>
            <a:pPr eaLnBrk="1" hangingPunct="1">
              <a:lnSpc>
                <a:spcPct val="90000"/>
              </a:lnSpc>
            </a:pPr>
            <a:r>
              <a:rPr altLang="en-US" b="1" lang="en-US"/>
              <a:t>Staffing</a:t>
            </a:r>
          </a:p>
          <a:p>
            <a:pPr eaLnBrk="1" hangingPunct="1">
              <a:lnSpc>
                <a:spcPct val="90000"/>
              </a:lnSpc>
            </a:pPr>
            <a:endParaRPr altLang="en-US" b="1" lang="en-US"/>
          </a:p>
          <a:p>
            <a:pPr eaLnBrk="1" hangingPunct="1" lvl="1">
              <a:lnSpc>
                <a:spcPct val="90000"/>
              </a:lnSpc>
            </a:pPr>
            <a:r>
              <a:rPr altLang="en-US" b="1" lang="en-US"/>
              <a:t>Often the single most important factor in success is having </a:t>
            </a:r>
            <a:r>
              <a:rPr altLang="en-US" b="1" lang="en-US">
                <a:solidFill>
                  <a:srgbClr val="009C47"/>
                </a:solidFill>
              </a:rPr>
              <a:t>good people </a:t>
            </a:r>
            <a:r>
              <a:rPr altLang="en-US" b="1" lang="en-US"/>
              <a:t>to do the work.</a:t>
            </a:r>
            <a:endParaRPr altLang="en-US" b="1" lang="en-CA"/>
          </a:p>
          <a:p>
            <a:endParaRPr altLang="en-US" lang="en-US"/>
          </a:p>
        </p:txBody>
      </p:sp>
      <p:pic>
        <p:nvPicPr>
          <p:cNvPr id="3" name="Picture 2" descr="&quot;Text quote on a light blue background: 'The secret of my success is that we have gone to exceptional lengths to hire the best people in the world.' – Steve Jobs&quot;">
            <a:extLst>
              <a:ext uri="{FF2B5EF4-FFF2-40B4-BE49-F238E27FC236}">
                <a16:creationId xmlns:a16="http://schemas.microsoft.com/office/drawing/2014/main" id="{2234E7D5-B686-DBFB-E787-AAA4D1F12D11}"/>
              </a:ext>
            </a:extLst>
          </p:cNvPr>
          <p:cNvPicPr>
            <a:picLocks noChangeAspect="1"/>
          </p:cNvPicPr>
          <p:nvPr/>
        </p:nvPicPr>
        <p:blipFill>
          <a:blip r:embed="rId3"/>
          <a:stretch>
            <a:fillRect/>
          </a:stretch>
        </p:blipFill>
        <p:spPr>
          <a:xfrm>
            <a:off x="3657600" y="3817790"/>
            <a:ext cx="4801016" cy="275105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698" name="Slide Number Placeholder 3">
            <a:extLst>
              <a:ext uri="{FF2B5EF4-FFF2-40B4-BE49-F238E27FC236}">
                <a16:creationId xmlns:a16="http://schemas.microsoft.com/office/drawing/2014/main" id="{6EEB9C4A-A80E-E754-7892-1C498DA0DD66}"/>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D87F3491-42EE-42AE-8B60-58C9AB6FE2F1}" type="slidenum">
              <a:rPr altLang="en-US" lang="en-US"/>
              <a:pPr algn="l" eaLnBrk="1" hangingPunct="1"/>
              <a:t>27</a:t>
            </a:fld>
            <a:endParaRPr altLang="en-US" lang="en-US"/>
          </a:p>
        </p:txBody>
      </p:sp>
      <p:sp>
        <p:nvSpPr>
          <p:cNvPr id="29699" name="Rectangle 2">
            <a:extLst>
              <a:ext uri="{FF2B5EF4-FFF2-40B4-BE49-F238E27FC236}">
                <a16:creationId xmlns:a16="http://schemas.microsoft.com/office/drawing/2014/main" id="{83C0D830-E55A-E471-33B3-C57066D9AA33}"/>
              </a:ext>
            </a:extLst>
          </p:cNvPr>
          <p:cNvSpPr>
            <a:spLocks noChangeArrowheads="1" noGrp="1"/>
          </p:cNvSpPr>
          <p:nvPr>
            <p:ph type="title"/>
          </p:nvPr>
        </p:nvSpPr>
        <p:spPr/>
        <p:txBody>
          <a:bodyPr/>
          <a:lstStyle/>
          <a:p>
            <a:pPr eaLnBrk="1" hangingPunct="1"/>
            <a:r>
              <a:rPr altLang="en-US" b="1" lang="en-US" sz="4000"/>
              <a:t>Project Tracking</a:t>
            </a:r>
            <a:endParaRPr altLang="en-US" b="1" lang="en-CA" sz="4000"/>
          </a:p>
        </p:txBody>
      </p:sp>
      <p:sp>
        <p:nvSpPr>
          <p:cNvPr id="29700" name="Rectangle 3">
            <a:extLst>
              <a:ext uri="{FF2B5EF4-FFF2-40B4-BE49-F238E27FC236}">
                <a16:creationId xmlns:a16="http://schemas.microsoft.com/office/drawing/2014/main" id="{22668477-E6A7-2246-6F1E-ED74719B1EF8}"/>
              </a:ext>
            </a:extLst>
          </p:cNvPr>
          <p:cNvSpPr>
            <a:spLocks noChangeArrowheads="1" noGrp="1"/>
          </p:cNvSpPr>
          <p:nvPr>
            <p:ph idx="1" type="body"/>
          </p:nvPr>
        </p:nvSpPr>
        <p:spPr>
          <a:xfrm>
            <a:off x="885825" y="1739900"/>
            <a:ext cx="7334250" cy="4202113"/>
          </a:xfrm>
        </p:spPr>
        <p:txBody>
          <a:bodyPr/>
          <a:lstStyle/>
          <a:p>
            <a:pPr eaLnBrk="1" hangingPunct="1"/>
            <a:r>
              <a:rPr altLang="en-US" b="1" dirty="0" lang="en-US" sz="2000"/>
              <a:t>Projects may not go as planned for many reasons.</a:t>
            </a:r>
          </a:p>
          <a:p>
            <a:pPr eaLnBrk="1" hangingPunct="1" lvl="1"/>
            <a:r>
              <a:rPr altLang="en-US" b="1" dirty="0" lang="en-US" sz="2000"/>
              <a:t>Resource consumption is not as expected.</a:t>
            </a:r>
          </a:p>
          <a:p>
            <a:pPr eaLnBrk="1" hangingPunct="1" lvl="1"/>
            <a:r>
              <a:rPr altLang="en-US" b="1" dirty="0" lang="en-US" sz="2000"/>
              <a:t>Tasks do not take as long as expected.</a:t>
            </a:r>
          </a:p>
          <a:p>
            <a:pPr eaLnBrk="1" hangingPunct="1" lvl="1"/>
            <a:r>
              <a:rPr altLang="en-US" b="1" dirty="0" lang="en-US" sz="2000"/>
              <a:t>Policies, procedures, tools, or techniques cause problems.</a:t>
            </a:r>
          </a:p>
          <a:p>
            <a:pPr eaLnBrk="1" hangingPunct="1" lvl="1"/>
            <a:r>
              <a:rPr altLang="en-US" b="1" dirty="0" lang="en-US" sz="2000"/>
              <a:t>Something bad occurs (illness, budget cuts, equipment failures, etc.</a:t>
            </a:r>
          </a:p>
          <a:p>
            <a:pPr eaLnBrk="1" hangingPunct="1" lvl="1"/>
            <a:endParaRPr altLang="en-US" b="1" dirty="0" lang="en-US" sz="2000"/>
          </a:p>
          <a:p>
            <a:pPr eaLnBrk="1" hangingPunct="1"/>
            <a:r>
              <a:rPr altLang="en-US" b="1" dirty="0" lang="en-US" sz="2000"/>
              <a:t>When plans fail, they must be adjusted.</a:t>
            </a:r>
            <a:endParaRPr altLang="en-US" b="1" dirty="0" lang="en-CA" sz="2000"/>
          </a:p>
        </p:txBody>
      </p:sp>
      <p:pic>
        <p:nvPicPr>
          <p:cNvPr id="3" name="Picture 2" descr="&quot;Green background with the quote: 'By failing to prepare, you are preparing to fail.' – Benjamin Franklin.&quot;">
            <a:extLst>
              <a:ext uri="{FF2B5EF4-FFF2-40B4-BE49-F238E27FC236}">
                <a16:creationId xmlns:a16="http://schemas.microsoft.com/office/drawing/2014/main" id="{88349DB4-BA54-AB48-F450-C8548A37A273}"/>
              </a:ext>
            </a:extLst>
          </p:cNvPr>
          <p:cNvPicPr>
            <a:picLocks noChangeAspect="1"/>
          </p:cNvPicPr>
          <p:nvPr/>
        </p:nvPicPr>
        <p:blipFill>
          <a:blip r:embed="rId3"/>
          <a:stretch>
            <a:fillRect/>
          </a:stretch>
        </p:blipFill>
        <p:spPr>
          <a:xfrm>
            <a:off x="5105400" y="5029200"/>
            <a:ext cx="3617739" cy="1674879"/>
          </a:xfrm>
          <a:prstGeom prst="rect">
            <a:avLst/>
          </a:prstGeom>
        </p:spPr>
      </p:pic>
    </p:spTree>
  </p:cSld>
  <p:clrMapOvr>
    <a:masterClrMapping/>
  </p:clrMapOvr>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2C8106A7-211F-2B6D-F390-17D8A7D191B0}"/>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BB9D1CF7-6556-4968-8845-7D6AFF2A2946}" type="slidenum">
              <a:rPr altLang="en-US" lang="en-US"/>
              <a:pPr algn="l" eaLnBrk="1" hangingPunct="1"/>
              <a:t>28</a:t>
            </a:fld>
            <a:endParaRPr altLang="en-US" lang="en-US"/>
          </a:p>
        </p:txBody>
      </p:sp>
      <p:sp>
        <p:nvSpPr>
          <p:cNvPr id="30723" name="Rectangle 2">
            <a:extLst>
              <a:ext uri="{FF2B5EF4-FFF2-40B4-BE49-F238E27FC236}">
                <a16:creationId xmlns:a16="http://schemas.microsoft.com/office/drawing/2014/main" id="{B4897DEE-E326-D312-A68B-021B21A2B2D7}"/>
              </a:ext>
            </a:extLst>
          </p:cNvPr>
          <p:cNvSpPr>
            <a:spLocks noChangeArrowheads="1" noGrp="1"/>
          </p:cNvSpPr>
          <p:nvPr>
            <p:ph type="title"/>
          </p:nvPr>
        </p:nvSpPr>
        <p:spPr/>
        <p:txBody>
          <a:bodyPr/>
          <a:lstStyle/>
          <a:p>
            <a:pPr eaLnBrk="1" hangingPunct="1"/>
            <a:r>
              <a:rPr altLang="en-US" b="1" lang="en-US" sz="4000"/>
              <a:t>Leading a Project</a:t>
            </a:r>
            <a:endParaRPr altLang="en-US" b="1" lang="en-CA" sz="4000"/>
          </a:p>
        </p:txBody>
      </p:sp>
      <p:sp>
        <p:nvSpPr>
          <p:cNvPr id="30724" name="Rectangle 3">
            <a:extLst>
              <a:ext uri="{FF2B5EF4-FFF2-40B4-BE49-F238E27FC236}">
                <a16:creationId xmlns:a16="http://schemas.microsoft.com/office/drawing/2014/main" id="{26491A8B-8682-2E82-F3C4-8814D33E3DAD}"/>
              </a:ext>
            </a:extLst>
          </p:cNvPr>
          <p:cNvSpPr>
            <a:spLocks noChangeArrowheads="1" noGrp="1"/>
          </p:cNvSpPr>
          <p:nvPr>
            <p:ph idx="1" type="body"/>
          </p:nvPr>
        </p:nvSpPr>
        <p:spPr>
          <a:xfrm>
            <a:off x="1077913" y="1930400"/>
            <a:ext cx="7142162" cy="4241800"/>
          </a:xfrm>
        </p:spPr>
        <p:txBody>
          <a:bodyPr/>
          <a:lstStyle/>
          <a:p>
            <a:pPr eaLnBrk="1" hangingPunct="1"/>
            <a:r>
              <a:rPr altLang="en-US" b="1" dirty="0" lang="en-US" sz="2800"/>
              <a:t>Direction is needed to follow plans, use resources efficiently, etc.</a:t>
            </a:r>
          </a:p>
          <a:p>
            <a:pPr eaLnBrk="1" hangingPunct="1"/>
            <a:r>
              <a:rPr altLang="en-US" b="1" dirty="0" lang="en-US" sz="2800"/>
              <a:t>Directing people is not enough—people need inspiration, help, a friendly work environment, emotional support, etc.</a:t>
            </a:r>
            <a:endParaRPr altLang="en-US" b="1" dirty="0" lang="en-CA" sz="2800"/>
          </a:p>
        </p:txBody>
      </p:sp>
    </p:spTree>
  </p:cSld>
  <p:clrMapOvr>
    <a:masterClrMapping/>
  </p:clrMapOvr>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1746" name="Slide Number Placeholder 3">
            <a:extLst>
              <a:ext uri="{FF2B5EF4-FFF2-40B4-BE49-F238E27FC236}">
                <a16:creationId xmlns:a16="http://schemas.microsoft.com/office/drawing/2014/main" id="{6BC8254D-64FB-AAF9-BFF3-BE517A85E102}"/>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4307A9D8-57E2-4424-90AF-70F6E2E2402B}" type="slidenum">
              <a:rPr altLang="en-US" lang="en-US"/>
              <a:pPr algn="l" eaLnBrk="1" hangingPunct="1"/>
              <a:t>29</a:t>
            </a:fld>
            <a:endParaRPr altLang="en-US" lang="en-US"/>
          </a:p>
        </p:txBody>
      </p:sp>
      <p:sp>
        <p:nvSpPr>
          <p:cNvPr id="31747" name="Rectangle 2">
            <a:extLst>
              <a:ext uri="{FF2B5EF4-FFF2-40B4-BE49-F238E27FC236}">
                <a16:creationId xmlns:a16="http://schemas.microsoft.com/office/drawing/2014/main" id="{D42F0304-621B-0A24-BE80-F05822B39D49}"/>
              </a:ext>
            </a:extLst>
          </p:cNvPr>
          <p:cNvSpPr>
            <a:spLocks noChangeArrowheads="1" noGrp="1"/>
          </p:cNvSpPr>
          <p:nvPr>
            <p:ph type="title"/>
          </p:nvPr>
        </p:nvSpPr>
        <p:spPr/>
        <p:txBody>
          <a:bodyPr/>
          <a:lstStyle/>
          <a:p>
            <a:pPr eaLnBrk="1" hangingPunct="1"/>
            <a:r>
              <a:rPr altLang="en-US" b="1" lang="en-US" sz="4000"/>
              <a:t>Iterative Planning and Tracking</a:t>
            </a:r>
            <a:endParaRPr altLang="en-US" b="1" lang="en-CA" sz="4000"/>
          </a:p>
        </p:txBody>
      </p:sp>
      <p:sp>
        <p:nvSpPr>
          <p:cNvPr id="31748" name="Rectangle 3">
            <a:extLst>
              <a:ext uri="{FF2B5EF4-FFF2-40B4-BE49-F238E27FC236}">
                <a16:creationId xmlns:a16="http://schemas.microsoft.com/office/drawing/2014/main" id="{8EE9670A-F19D-21B4-7F84-049251DA27B2}"/>
              </a:ext>
            </a:extLst>
          </p:cNvPr>
          <p:cNvSpPr>
            <a:spLocks noChangeArrowheads="1" noGrp="1"/>
          </p:cNvSpPr>
          <p:nvPr>
            <p:ph idx="1" type="body"/>
          </p:nvPr>
        </p:nvSpPr>
        <p:spPr>
          <a:xfrm>
            <a:off x="1038225" y="1662113"/>
            <a:ext cx="7496175" cy="4510087"/>
          </a:xfrm>
        </p:spPr>
        <p:txBody>
          <a:bodyPr/>
          <a:lstStyle/>
          <a:p>
            <a:pPr eaLnBrk="1" hangingPunct="1"/>
            <a:r>
              <a:rPr altLang="en-US" b="1" lang="en-US" sz="2800"/>
              <a:t>Good planning requires knowledge of tasks and their costs, risks, and other details not known until the project is under way—but this is not known when plans are made.</a:t>
            </a:r>
          </a:p>
          <a:p>
            <a:pPr eaLnBrk="1" hangingPunct="1"/>
            <a:r>
              <a:rPr altLang="en-US" b="1" lang="en-US" sz="2800">
                <a:solidFill>
                  <a:srgbClr val="009C47"/>
                </a:solidFill>
              </a:rPr>
              <a:t>Iterative planning and tracking </a:t>
            </a:r>
            <a:r>
              <a:rPr altLang="en-US" b="1" lang="en-US" sz="2800"/>
              <a:t>is making a rough base or initial project plan, and refining it at fixed periods during a project in light of tracking data and completed work products</a:t>
            </a:r>
            <a:r>
              <a:rPr altLang="en-US" lang="en-US" sz="2800"/>
              <a:t>.</a:t>
            </a:r>
            <a:endParaRPr altLang="en-US" lang="en-CA" sz="2800"/>
          </a:p>
        </p:txBody>
      </p:sp>
    </p:spTree>
  </p:cSld>
  <p:clrMapOvr>
    <a:masterClrMapping/>
  </p:clrMapOvr>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9D8B52F2-F2D0-69CC-D2E4-3D2A1DD20278}"/>
              </a:ext>
            </a:extLst>
          </p:cNvPr>
          <p:cNvSpPr>
            <a:spLocks noGrp="1"/>
          </p:cNvSpPr>
          <p:nvPr>
            <p:ph type="title"/>
          </p:nvPr>
        </p:nvSpPr>
        <p:spPr/>
        <p:txBody>
          <a:bodyPr/>
          <a:lstStyle/>
          <a:p>
            <a:r>
              <a:rPr altLang="en-US" b="1" lang="en-US" sz="3600"/>
              <a:t>Iterative Planning and Tracking</a:t>
            </a:r>
            <a:endParaRPr altLang="en-US" lang="en-US" sz="3600"/>
          </a:p>
        </p:txBody>
      </p:sp>
      <p:sp>
        <p:nvSpPr>
          <p:cNvPr id="32771" name="Content Placeholder 2">
            <a:extLst>
              <a:ext uri="{FF2B5EF4-FFF2-40B4-BE49-F238E27FC236}">
                <a16:creationId xmlns:a16="http://schemas.microsoft.com/office/drawing/2014/main" id="{1F163F16-F8CE-101C-4782-9E743027549F}"/>
              </a:ext>
            </a:extLst>
          </p:cNvPr>
          <p:cNvSpPr>
            <a:spLocks noGrp="1"/>
          </p:cNvSpPr>
          <p:nvPr>
            <p:ph idx="1"/>
          </p:nvPr>
        </p:nvSpPr>
        <p:spPr/>
        <p:txBody>
          <a:bodyPr/>
          <a:lstStyle/>
          <a:p>
            <a:r>
              <a:rPr altLang="en-US" b="1" dirty="0" lang="en-US"/>
              <a:t>Many believe that iterative planning and tracking is the best approach to planning and tracking.</a:t>
            </a:r>
          </a:p>
          <a:p>
            <a:endParaRPr altLang="en-US" dirty="0" lang="en-US"/>
          </a:p>
        </p:txBody>
      </p:sp>
      <p:pic>
        <p:nvPicPr>
          <p:cNvPr descr="What Is Iterative Design? - Radiant Digital" id="32773" name="Picture 5">
            <a:extLst>
              <a:ext uri="{FF2B5EF4-FFF2-40B4-BE49-F238E27FC236}">
                <a16:creationId xmlns:a16="http://schemas.microsoft.com/office/drawing/2014/main" id="{4B158D93-5261-BC75-6FB5-BAA62EEF2112}"/>
              </a:ext>
            </a:extLst>
          </p:cNvPr>
          <p:cNvPicPr>
            <a:picLocks noChangeArrowheads="1" noChangeAspect="1"/>
          </p:cNvPicPr>
          <p:nvPr/>
        </p:nvPicPr>
        <p:blipFill rotWithShape="1">
          <a:blip r:embed="rId3">
            <a:extLst>
              <a:ext uri="{28A0092B-C50C-407E-A947-70E740481C1C}">
                <a14:useLocalDpi xmlns:a14="http://schemas.microsoft.com/office/drawing/2010/main" val="0"/>
              </a:ext>
            </a:extLst>
          </a:blip>
          <a:srcRect t="9507"/>
          <a:stretch/>
        </p:blipFill>
        <p:spPr bwMode="auto">
          <a:xfrm>
            <a:off x="1905000" y="3352800"/>
            <a:ext cx="5181600" cy="30999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3794" name="Slide Number Placeholder 3">
            <a:extLst>
              <a:ext uri="{FF2B5EF4-FFF2-40B4-BE49-F238E27FC236}">
                <a16:creationId xmlns:a16="http://schemas.microsoft.com/office/drawing/2014/main" id="{AE7A291B-F222-2471-0E3D-72F91FD054E6}"/>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76E4D2A5-C97B-4399-BD5F-F9D601A5B634}" type="slidenum">
              <a:rPr altLang="en-US" lang="en-US"/>
              <a:pPr algn="l" eaLnBrk="1" hangingPunct="1"/>
              <a:t>31</a:t>
            </a:fld>
            <a:endParaRPr altLang="en-US" lang="en-US"/>
          </a:p>
        </p:txBody>
      </p:sp>
      <p:sp>
        <p:nvSpPr>
          <p:cNvPr id="33795" name="Rectangle 2">
            <a:extLst>
              <a:ext uri="{FF2B5EF4-FFF2-40B4-BE49-F238E27FC236}">
                <a16:creationId xmlns:a16="http://schemas.microsoft.com/office/drawing/2014/main" id="{3C188B45-CBC0-65FE-A637-460A9F384C89}"/>
              </a:ext>
            </a:extLst>
          </p:cNvPr>
          <p:cNvSpPr>
            <a:spLocks noChangeArrowheads="1" noGrp="1"/>
          </p:cNvSpPr>
          <p:nvPr>
            <p:ph type="title"/>
          </p:nvPr>
        </p:nvSpPr>
        <p:spPr/>
        <p:txBody>
          <a:bodyPr/>
          <a:lstStyle/>
          <a:p>
            <a:pPr eaLnBrk="1" hangingPunct="1"/>
            <a:r>
              <a:rPr altLang="en-US" b="1" lang="en-US" sz="4000"/>
              <a:t>Design Project Management</a:t>
            </a:r>
            <a:endParaRPr altLang="en-US" b="1" lang="en-CA" sz="4000"/>
          </a:p>
        </p:txBody>
      </p:sp>
      <p:sp>
        <p:nvSpPr>
          <p:cNvPr id="33796" name="Rectangle 3">
            <a:extLst>
              <a:ext uri="{FF2B5EF4-FFF2-40B4-BE49-F238E27FC236}">
                <a16:creationId xmlns:a16="http://schemas.microsoft.com/office/drawing/2014/main" id="{C7081A1E-CA93-66C0-1E62-ACE1C7EAC2B0}"/>
              </a:ext>
            </a:extLst>
          </p:cNvPr>
          <p:cNvSpPr>
            <a:spLocks noChangeArrowheads="1" noGrp="1"/>
          </p:cNvSpPr>
          <p:nvPr>
            <p:ph idx="1" type="body"/>
          </p:nvPr>
        </p:nvSpPr>
        <p:spPr>
          <a:xfrm>
            <a:off x="457200" y="1600200"/>
            <a:ext cx="8077200" cy="4525963"/>
          </a:xfrm>
        </p:spPr>
        <p:txBody>
          <a:bodyPr/>
          <a:lstStyle/>
          <a:p>
            <a:pPr eaLnBrk="1" hangingPunct="1"/>
            <a:r>
              <a:rPr altLang="en-US" b="1" dirty="0" lang="en-US" sz="2000"/>
              <a:t>All five project management activities are needed to manage a design project.</a:t>
            </a:r>
          </a:p>
          <a:p>
            <a:pPr eaLnBrk="1" hangingPunct="1"/>
            <a:r>
              <a:rPr altLang="en-US" b="1" dirty="0" lang="en-US" sz="2000"/>
              <a:t>Design constitutes the largest activity in software development, so design can drive an entire development project.</a:t>
            </a:r>
          </a:p>
          <a:p>
            <a:pPr eaLnBrk="1" hangingPunct="1"/>
            <a:endParaRPr altLang="en-US" b="1" dirty="0" lang="en-US" sz="2000"/>
          </a:p>
          <a:p>
            <a:pPr eaLnBrk="1" hangingPunct="1"/>
            <a:endParaRPr altLang="en-US" b="1" dirty="0" lang="en-US" sz="2000"/>
          </a:p>
          <a:p>
            <a:pPr eaLnBrk="1" hangingPunct="1"/>
            <a:endParaRPr altLang="en-US" b="1" dirty="0" lang="en-US" sz="2000"/>
          </a:p>
          <a:p>
            <a:pPr eaLnBrk="1" hangingPunct="1"/>
            <a:endParaRPr altLang="en-US" b="1" dirty="0" lang="en-US" sz="2000"/>
          </a:p>
          <a:p>
            <a:pPr eaLnBrk="1" hangingPunct="1"/>
            <a:endParaRPr altLang="en-US" b="1" dirty="0" lang="en-US" sz="2000"/>
          </a:p>
          <a:p>
            <a:pPr eaLnBrk="1" hangingPunct="1"/>
            <a:endParaRPr altLang="en-US" b="1" dirty="0" lang="en-US" sz="2000"/>
          </a:p>
          <a:p>
            <a:pPr eaLnBrk="1" hangingPunct="1"/>
            <a:endParaRPr altLang="en-US" b="1" dirty="0" lang="en-US" sz="2000"/>
          </a:p>
          <a:p>
            <a:pPr eaLnBrk="1" hangingPunct="1"/>
            <a:r>
              <a:rPr altLang="en-US" b="1" dirty="0" lang="en-US" sz="2000"/>
              <a:t>The design project decomposition on the next slide is useful for planning, organization,  staffing, and tracking.</a:t>
            </a:r>
          </a:p>
          <a:p>
            <a:pPr eaLnBrk="1" hangingPunct="1"/>
            <a:endParaRPr altLang="en-US" dirty="0" lang="en-CA" sz="2000"/>
          </a:p>
        </p:txBody>
      </p:sp>
      <p:pic>
        <p:nvPicPr>
          <p:cNvPr descr="Sharpen your ax!" id="33798" name="Picture 6">
            <a:extLst>
              <a:ext uri="{FF2B5EF4-FFF2-40B4-BE49-F238E27FC236}">
                <a16:creationId xmlns:a16="http://schemas.microsoft.com/office/drawing/2014/main" id="{488C5F66-9ED8-BF32-1023-6E0496A08F53}"/>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3048000"/>
            <a:ext cx="5105400" cy="21724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4818" name="Slide Number Placeholder 3">
            <a:extLst>
              <a:ext uri="{FF2B5EF4-FFF2-40B4-BE49-F238E27FC236}">
                <a16:creationId xmlns:a16="http://schemas.microsoft.com/office/drawing/2014/main" id="{ED9A4911-410B-7C2B-B717-88CB00BCA855}"/>
              </a:ext>
            </a:extLst>
          </p:cNvPr>
          <p:cNvSpPr>
            <a:spLocks noGrp="1"/>
          </p:cNvSpPr>
          <p:nvPr>
            <p:ph idx="10" sz="quarter" type="sldNum"/>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eaLnBrk="1" hangingPunct="1"/>
            <a:fld id="{EAC1B0CE-6641-424A-97C3-957FBD186566}" type="slidenum">
              <a:rPr altLang="en-US" lang="en-US"/>
              <a:pPr eaLnBrk="1" hangingPunct="1"/>
              <a:t>32</a:t>
            </a:fld>
            <a:endParaRPr altLang="en-US" lang="en-US"/>
          </a:p>
        </p:txBody>
      </p:sp>
      <p:sp>
        <p:nvSpPr>
          <p:cNvPr id="34819" name="Rectangle 126">
            <a:extLst>
              <a:ext uri="{FF2B5EF4-FFF2-40B4-BE49-F238E27FC236}">
                <a16:creationId xmlns:a16="http://schemas.microsoft.com/office/drawing/2014/main" id="{3C3EB181-F71D-D143-35B3-C818AF701882}"/>
              </a:ext>
            </a:extLst>
          </p:cNvPr>
          <p:cNvSpPr>
            <a:spLocks noChangeArrowheads="1" noGrp="1"/>
          </p:cNvSpPr>
          <p:nvPr>
            <p:ph type="title"/>
          </p:nvPr>
        </p:nvSpPr>
        <p:spPr/>
        <p:txBody>
          <a:bodyPr/>
          <a:lstStyle/>
          <a:p>
            <a:pPr eaLnBrk="1" hangingPunct="1"/>
            <a:r>
              <a:rPr altLang="en-US" b="1" lang="en-US" sz="3600"/>
              <a:t>Design Project Decomposition</a:t>
            </a:r>
            <a:endParaRPr altLang="en-US" b="1" lang="en-CA" sz="3600"/>
          </a:p>
        </p:txBody>
      </p:sp>
      <p:graphicFrame>
        <p:nvGraphicFramePr>
          <p:cNvPr id="276614" name="Group 134">
            <a:extLst>
              <a:ext uri="{FF2B5EF4-FFF2-40B4-BE49-F238E27FC236}">
                <a16:creationId xmlns:a16="http://schemas.microsoft.com/office/drawing/2014/main" id="{21560445-4ADD-1F24-BC13-DFB0F58C5B4B}"/>
              </a:ext>
            </a:extLst>
          </p:cNvPr>
          <p:cNvGraphicFramePr>
            <a:graphicFrameLocks noGrp="1"/>
          </p:cNvGraphicFramePr>
          <p:nvPr>
            <p:ph idx="1"/>
          </p:nvPr>
        </p:nvGraphicFramePr>
        <p:xfrm>
          <a:off x="769938" y="1589088"/>
          <a:ext cx="7772400" cy="4751386"/>
        </p:xfrm>
        <a:graphic>
          <a:graphicData uri="http://schemas.openxmlformats.org/drawingml/2006/table">
            <a:tbl>
              <a:tblPr/>
              <a:tblGrid>
                <a:gridCol w="1190625">
                  <a:extLst>
                    <a:ext uri="{9D8B030D-6E8A-4147-A177-3AD203B41FA5}">
                      <a16:colId xmlns:a16="http://schemas.microsoft.com/office/drawing/2014/main" val="20000"/>
                    </a:ext>
                  </a:extLst>
                </a:gridCol>
                <a:gridCol w="1889125">
                  <a:extLst>
                    <a:ext uri="{9D8B030D-6E8A-4147-A177-3AD203B41FA5}">
                      <a16:colId xmlns:a16="http://schemas.microsoft.com/office/drawing/2014/main" val="20001"/>
                    </a:ext>
                  </a:extLst>
                </a:gridCol>
                <a:gridCol w="4692650">
                  <a:extLst>
                    <a:ext uri="{9D8B030D-6E8A-4147-A177-3AD203B41FA5}">
                      <a16:colId xmlns:a16="http://schemas.microsoft.com/office/drawing/2014/main" val="20002"/>
                    </a:ext>
                  </a:extLst>
                </a:gridCol>
              </a:tblGrid>
              <a:tr h="304841">
                <a:tc gridSpan="2">
                  <a:txBody>
                    <a:bodyPr/>
                    <a:lstStyle/>
                    <a:p>
                      <a:pPr algn="l" defTabSz="914400" eaLnBrk="0" fontAlgn="base" hangingPunct="0" indent="-228600" latinLnBrk="0" lvl="0" marL="228600" marR="0" rtl="0">
                        <a:lnSpc>
                          <a:spcPct val="100000"/>
                        </a:lnSpc>
                        <a:spcBef>
                          <a:spcPct val="0"/>
                        </a:spcBef>
                        <a:spcAft>
                          <a:spcPct val="0"/>
                        </a:spcAft>
                        <a:buClrTx/>
                        <a:buSzTx/>
                        <a:buFontTx/>
                        <a:buNone/>
                        <a:tabLst/>
                      </a:pPr>
                      <a:r>
                        <a:rPr b="1" baseline="0" cap="none" i="0" kumimoji="0" lang="en-US" normalizeH="0" strike="noStrike" sz="1400" u="none">
                          <a:ln>
                            <a:noFill/>
                          </a:ln>
                          <a:solidFill>
                            <a:srgbClr val="501821"/>
                          </a:solidFill>
                          <a:effectLst/>
                          <a:latin charset="0" typeface="Arial"/>
                          <a:ea charset="0" pitchFamily="18" typeface="Times New Roman"/>
                          <a:cs charset="0" typeface="Arial"/>
                        </a:rPr>
                        <a:t>Work Phase</a:t>
                      </a:r>
                      <a:endParaRPr b="1" baseline="0" cap="none" i="0" kumimoji="0" lang="en-US" normalizeH="0" strike="noStrike" sz="36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tc hMerge="1">
                  <a:txBody>
                    <a:bodyPr/>
                    <a:lstStyle/>
                    <a:p>
                      <a:endParaRPr lang="en-US"/>
                    </a:p>
                  </a:txBody>
                  <a:tcPr/>
                </a:tc>
                <a:tc>
                  <a:txBody>
                    <a:bodyPr/>
                    <a:lstStyle/>
                    <a:p>
                      <a:pPr algn="l" defTabSz="914400" eaLnBrk="0" fontAlgn="base" hangingPunct="0" indent="-228600" latinLnBrk="0" lvl="0" marL="228600" marR="0" rtl="0">
                        <a:lnSpc>
                          <a:spcPct val="100000"/>
                        </a:lnSpc>
                        <a:spcBef>
                          <a:spcPct val="0"/>
                        </a:spcBef>
                        <a:spcAft>
                          <a:spcPct val="0"/>
                        </a:spcAft>
                        <a:buClrTx/>
                        <a:buSzTx/>
                        <a:buFontTx/>
                        <a:buNone/>
                        <a:tabLst/>
                      </a:pPr>
                      <a:r>
                        <a:rPr b="1" baseline="0" cap="none" i="0" kumimoji="0" lang="en-US" normalizeH="0" strike="noStrike" sz="1400" u="none">
                          <a:ln>
                            <a:noFill/>
                          </a:ln>
                          <a:solidFill>
                            <a:srgbClr val="501821"/>
                          </a:solidFill>
                          <a:effectLst/>
                          <a:latin charset="0" typeface="Arial"/>
                          <a:ea charset="0" pitchFamily="18" typeface="Times New Roman"/>
                          <a:cs charset="0" typeface="Arial"/>
                        </a:rPr>
                        <a:t>Typical Work Products</a:t>
                      </a:r>
                      <a:endParaRPr b="1" baseline="0" cap="none" i="0" kumimoji="0" lang="en-US" normalizeH="0" strike="noStrike" sz="36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FEFBDA"/>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extLst>
                  <a:ext uri="{0D108BD9-81ED-4DB2-BD59-A6C34878D82A}">
                    <a16:rowId xmlns:a16="http://schemas.microsoft.com/office/drawing/2014/main" val="10000"/>
                  </a:ext>
                </a:extLst>
              </a:tr>
              <a:tr h="951040">
                <a:tc rowSpan="3">
                  <a:txBody>
                    <a:bodyPr/>
                    <a:lstStyle/>
                    <a:p>
                      <a:pPr algn="l" defTabSz="914400" eaLnBrk="0" fontAlgn="base" hangingPunct="0" indent="0" latinLnBrk="0" lvl="0" marL="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Product Design</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tc>
                  <a:txBody>
                    <a:bodyPr/>
                    <a:lstStyle/>
                    <a:p>
                      <a:pPr algn="l" defTabSz="914400" eaLnBrk="0" fontAlgn="base" hangingPunct="0" indent="-228600" latinLnBrk="0" lvl="0" marL="22860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Analysis:</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Design Problem</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tc>
                  <a:txBody>
                    <a:bodyPr/>
                    <a:lstStyle/>
                    <a:p>
                      <a:pPr algn="l" defTabSz="914400" eaLnBrk="0" fontAlgn="base" hangingPunct="0" indent="0" latinLnBrk="0" lvl="0" marL="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Statement of interested parties, product concept, project scope, markets, business goals</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Models (of the problem)</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Prototypes (exploring the problem)</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extLst>
                  <a:ext uri="{0D108BD9-81ED-4DB2-BD59-A6C34878D82A}">
                    <a16:rowId xmlns:a16="http://schemas.microsoft.com/office/drawing/2014/main" val="10001"/>
                  </a:ext>
                </a:extLst>
              </a:tr>
              <a:tr h="1117749">
                <a:tc vMerge="1">
                  <a:txBody>
                    <a:bodyPr/>
                    <a:lstStyle/>
                    <a:p>
                      <a:endParaRPr lang="en-US"/>
                    </a:p>
                  </a:txBody>
                  <a:tcPr/>
                </a:tc>
                <a:tc>
                  <a:txBody>
                    <a:bodyPr/>
                    <a:lstStyle/>
                    <a:p>
                      <a:pPr algn="l" defTabSz="914400" eaLnBrk="0" fontAlgn="base" hangingPunct="0" indent="-228600" latinLnBrk="0" lvl="0" marL="22860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Analysis:</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Detailed Needs</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tc>
                  <a:txBody>
                    <a:bodyPr/>
                    <a:lstStyle/>
                    <a:p>
                      <a:pPr algn="l" defTabSz="914400" eaLnBrk="0" fontAlgn="base" hangingPunct="0" indent="0" latinLnBrk="0" lvl="0" marL="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Client surveys, questionnaires, interview transcripts, etc.</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Problem domain description</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Lists of needs, stakeholders</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Models (of the problem)</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Prototypes (exploring needs)</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extLst>
                  <a:ext uri="{0D108BD9-81ED-4DB2-BD59-A6C34878D82A}">
                    <a16:rowId xmlns:a16="http://schemas.microsoft.com/office/drawing/2014/main" val="10002"/>
                  </a:ext>
                </a:extLst>
              </a:tr>
              <a:tr h="640165">
                <a:tc vMerge="1">
                  <a:txBody>
                    <a:bodyPr/>
                    <a:lstStyle/>
                    <a:p>
                      <a:endParaRPr lang="en-US"/>
                    </a:p>
                  </a:txBody>
                  <a:tcPr/>
                </a:tc>
                <a:tc>
                  <a:txBody>
                    <a:bodyPr/>
                    <a:lstStyle/>
                    <a:p>
                      <a:pPr algn="l" defTabSz="914400" eaLnBrk="0" fontAlgn="base" hangingPunct="0" indent="-228600" latinLnBrk="0" lvl="0" marL="22860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Resolution:</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Product Speciﬁcation</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tc>
                  <a:txBody>
                    <a:bodyPr/>
                    <a:lstStyle/>
                    <a:p>
                      <a:pPr algn="l" defTabSz="914400" eaLnBrk="0" fontAlgn="base" hangingPunct="0" indent="0" latinLnBrk="0" lvl="0" marL="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Requirements speciﬁcations</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Models (of the product)</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Prototypes (demonstrating the product)</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extLst>
                  <a:ext uri="{0D108BD9-81ED-4DB2-BD59-A6C34878D82A}">
                    <a16:rowId xmlns:a16="http://schemas.microsoft.com/office/drawing/2014/main" val="10003"/>
                  </a:ext>
                </a:extLst>
              </a:tr>
              <a:tr h="457261">
                <a:tc rowSpan="3">
                  <a:txBody>
                    <a:bodyPr/>
                    <a:lstStyle/>
                    <a:p>
                      <a:pPr algn="l" defTabSz="914400" eaLnBrk="0" fontAlgn="base" hangingPunct="0" indent="0" latinLnBrk="0" lvl="0" marL="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Engineering Design</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tc>
                  <a:txBody>
                    <a:bodyPr/>
                    <a:lstStyle/>
                    <a:p>
                      <a:pPr algn="l" defTabSz="914400" eaLnBrk="0" fontAlgn="base" hangingPunct="0" indent="-228600" latinLnBrk="0" lvl="0" marL="22860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Analysis</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tc>
                  <a:txBody>
                    <a:bodyPr/>
                    <a:lstStyle/>
                    <a:p>
                      <a:pPr algn="l" defTabSz="914400" eaLnBrk="0" fontAlgn="base" hangingPunct="0" indent="0" latinLnBrk="0" lvl="0" marL="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Models (of the engineering problem)</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Prototypes (exploring the problem)</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extLst>
                  <a:ext uri="{0D108BD9-81ED-4DB2-BD59-A6C34878D82A}">
                    <a16:rowId xmlns:a16="http://schemas.microsoft.com/office/drawing/2014/main" val="10004"/>
                  </a:ext>
                </a:extLst>
              </a:tr>
              <a:tr h="640165">
                <a:tc vMerge="1">
                  <a:txBody>
                    <a:bodyPr/>
                    <a:lstStyle/>
                    <a:p>
                      <a:endParaRPr lang="en-US"/>
                    </a:p>
                  </a:txBody>
                  <a:tcPr/>
                </a:tc>
                <a:tc>
                  <a:txBody>
                    <a:bodyPr/>
                    <a:lstStyle/>
                    <a:p>
                      <a:pPr algn="l" defTabSz="914400" eaLnBrk="0" fontAlgn="base" hangingPunct="0" indent="-228600" latinLnBrk="0" lvl="0" marL="22860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Resolution: Architectural Design</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tc>
                  <a:txBody>
                    <a:bodyPr/>
                    <a:lstStyle/>
                    <a:p>
                      <a:pPr algn="l" defTabSz="914400" eaLnBrk="0" fontAlgn="base" hangingPunct="0" indent="0" latinLnBrk="0" lvl="0" marL="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Architectural design models</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Architectural design speciﬁcations</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Architectural prototypes</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extLst>
                  <a:ext uri="{0D108BD9-81ED-4DB2-BD59-A6C34878D82A}">
                    <a16:rowId xmlns:a16="http://schemas.microsoft.com/office/drawing/2014/main" val="10005"/>
                  </a:ext>
                </a:extLst>
              </a:tr>
              <a:tr h="640165">
                <a:tc vMerge="1">
                  <a:txBody>
                    <a:bodyPr/>
                    <a:lstStyle/>
                    <a:p>
                      <a:endParaRPr lang="en-US"/>
                    </a:p>
                  </a:txBody>
                  <a:tcPr/>
                </a:tc>
                <a:tc>
                  <a:txBody>
                    <a:bodyPr/>
                    <a:lstStyle/>
                    <a:p>
                      <a:pPr algn="l" defTabSz="914400" eaLnBrk="0" fontAlgn="base" hangingPunct="0" indent="-228600" latinLnBrk="0" lvl="0" marL="22860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Resolution:</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Detailed Design</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tc>
                  <a:txBody>
                    <a:bodyPr/>
                    <a:lstStyle/>
                    <a:p>
                      <a:pPr algn="l" defTabSz="914400" eaLnBrk="0" fontAlgn="base" hangingPunct="0" indent="0" latinLnBrk="0" lvl="0" marL="0" marR="0" rtl="0">
                        <a:lnSpc>
                          <a:spcPct val="100000"/>
                        </a:lnSpc>
                        <a:spcBef>
                          <a:spcPct val="0"/>
                        </a:spcBef>
                        <a:spcAft>
                          <a:spcPct val="0"/>
                        </a:spcAft>
                        <a:buClrTx/>
                        <a:buSzTx/>
                        <a:buFontTx/>
                        <a:buNone/>
                        <a:tabLst/>
                      </a:pPr>
                      <a:r>
                        <a:rPr b="1" baseline="0" cap="none" i="0" kumimoji="0" lang="en-US" normalizeH="0" strike="noStrike" sz="1200" u="none">
                          <a:ln>
                            <a:noFill/>
                          </a:ln>
                          <a:solidFill>
                            <a:srgbClr val="501821"/>
                          </a:solidFill>
                          <a:effectLst/>
                          <a:latin charset="0" typeface="Arial"/>
                          <a:ea charset="0" pitchFamily="18" typeface="Times New Roman"/>
                          <a:cs charset="0" typeface="Arial"/>
                        </a:rPr>
                        <a:t>Detailed design models</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Detailed design speciﬁcations</a:t>
                      </a:r>
                      <a:br>
                        <a:rPr b="1" baseline="0" cap="none" i="0" kumimoji="0" lang="en-US" normalizeH="0" strike="noStrike" sz="1200" u="none">
                          <a:ln>
                            <a:noFill/>
                          </a:ln>
                          <a:solidFill>
                            <a:srgbClr val="501821"/>
                          </a:solidFill>
                          <a:effectLst/>
                          <a:latin charset="0" typeface="Arial"/>
                          <a:ea charset="0" pitchFamily="18" typeface="Times New Roman"/>
                          <a:cs charset="0" typeface="Arial"/>
                        </a:rPr>
                      </a:br>
                      <a:r>
                        <a:rPr b="1" baseline="0" cap="none" i="0" kumimoji="0" lang="en-US" normalizeH="0" strike="noStrike" sz="1200" u="none">
                          <a:ln>
                            <a:noFill/>
                          </a:ln>
                          <a:solidFill>
                            <a:srgbClr val="501821"/>
                          </a:solidFill>
                          <a:effectLst/>
                          <a:latin charset="0" typeface="Arial"/>
                          <a:ea charset="0" pitchFamily="18" typeface="Times New Roman"/>
                          <a:cs charset="0" typeface="Arial"/>
                        </a:rPr>
                        <a:t>Detailed design prototypes</a:t>
                      </a:r>
                      <a:endParaRPr b="1" baseline="0" cap="none" i="0" kumimoji="0" lang="en-US" normalizeH="0" strike="noStrike" sz="3200" u="none">
                        <a:ln>
                          <a:noFill/>
                        </a:ln>
                        <a:solidFill>
                          <a:srgbClr val="501821"/>
                        </a:solidFill>
                        <a:effectLst/>
                        <a:latin charset="0" pitchFamily="18" typeface="Times New Roman"/>
                        <a:ea charset="0" pitchFamily="18" typeface="Times New Roman"/>
                        <a:cs charset="0" typeface="Arial"/>
                      </a:endParaRPr>
                    </a:p>
                  </a:txBody>
                  <a:tcPr anchor="ctr" horzOverflow="overflow" marB="45726" marT="45726">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lnTlToBr>
                      <a:noFill/>
                    </a:lnTlToBr>
                    <a:lnBlToTr>
                      <a:noFill/>
                    </a:lnBlToTr>
                    <a:solidFill>
                      <a:srgbClr val="FEEFB8"/>
                    </a:solidFill>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35E76270-29E4-E973-8D1B-154912E98AF0}"/>
              </a:ext>
            </a:extLst>
          </p:cNvPr>
          <p:cNvSpPr>
            <a:spLocks noGrp="1"/>
          </p:cNvSpPr>
          <p:nvPr>
            <p:ph idx="12" sz="quarter" type="sldNum"/>
          </p:nvPr>
        </p:nvSpPr>
        <p:spPr>
          <a:xfrm>
            <a:off x="457200" y="6245225"/>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charset="0" panose="020B0604020202020204" pitchFamily="34" typeface="Arial"/>
              </a:defRPr>
            </a:lvl1pPr>
            <a:lvl2pPr eaLnBrk="0" hangingPunct="0" indent="-285750" marL="742950">
              <a:defRPr>
                <a:solidFill>
                  <a:schemeClr val="tx1"/>
                </a:solidFill>
                <a:latin charset="0" panose="020B0604020202020204" pitchFamily="34" typeface="Arial"/>
              </a:defRPr>
            </a:lvl2pPr>
            <a:lvl3pPr eaLnBrk="0" hangingPunct="0" indent="-228600" marL="1143000">
              <a:defRPr>
                <a:solidFill>
                  <a:schemeClr val="tx1"/>
                </a:solidFill>
                <a:latin charset="0" panose="020B0604020202020204" pitchFamily="34" typeface="Arial"/>
              </a:defRPr>
            </a:lvl3pPr>
            <a:lvl4pPr eaLnBrk="0" hangingPunct="0" indent="-228600" marL="1600200">
              <a:defRPr>
                <a:solidFill>
                  <a:schemeClr val="tx1"/>
                </a:solidFill>
                <a:latin charset="0" panose="020B0604020202020204" pitchFamily="34" typeface="Arial"/>
              </a:defRPr>
            </a:lvl4pPr>
            <a:lvl5pPr eaLnBrk="0" hangingPunct="0" indent="-228600" marL="2057400">
              <a:defRPr>
                <a:solidFill>
                  <a:schemeClr val="tx1"/>
                </a:solidFill>
                <a:latin charset="0" panose="020B0604020202020204" pitchFamily="34" typeface="Arial"/>
              </a:defRPr>
            </a:lvl5pPr>
            <a:lvl6pPr eaLnBrk="0" fontAlgn="base" hangingPunct="0" indent="-228600" marL="2514600">
              <a:spcBef>
                <a:spcPct val="0"/>
              </a:spcBef>
              <a:spcAft>
                <a:spcPct val="0"/>
              </a:spcAft>
              <a:defRPr>
                <a:solidFill>
                  <a:schemeClr val="tx1"/>
                </a:solidFill>
                <a:latin charset="0" panose="020B0604020202020204" pitchFamily="34" typeface="Arial"/>
              </a:defRPr>
            </a:lvl6pPr>
            <a:lvl7pPr eaLnBrk="0" fontAlgn="base" hangingPunct="0" indent="-228600" marL="2971800">
              <a:spcBef>
                <a:spcPct val="0"/>
              </a:spcBef>
              <a:spcAft>
                <a:spcPct val="0"/>
              </a:spcAft>
              <a:defRPr>
                <a:solidFill>
                  <a:schemeClr val="tx1"/>
                </a:solidFill>
                <a:latin charset="0" panose="020B0604020202020204" pitchFamily="34" typeface="Arial"/>
              </a:defRPr>
            </a:lvl7pPr>
            <a:lvl8pPr eaLnBrk="0" fontAlgn="base" hangingPunct="0" indent="-228600" marL="3429000">
              <a:spcBef>
                <a:spcPct val="0"/>
              </a:spcBef>
              <a:spcAft>
                <a:spcPct val="0"/>
              </a:spcAft>
              <a:defRPr>
                <a:solidFill>
                  <a:schemeClr val="tx1"/>
                </a:solidFill>
                <a:latin charset="0" panose="020B0604020202020204" pitchFamily="34" typeface="Arial"/>
              </a:defRPr>
            </a:lvl8pPr>
            <a:lvl9pPr eaLnBrk="0" fontAlgn="base" hangingPunct="0" indent="-228600" marL="3886200">
              <a:spcBef>
                <a:spcPct val="0"/>
              </a:spcBef>
              <a:spcAft>
                <a:spcPct val="0"/>
              </a:spcAft>
              <a:defRPr>
                <a:solidFill>
                  <a:schemeClr val="tx1"/>
                </a:solidFill>
                <a:latin charset="0" panose="020B0604020202020204" pitchFamily="34" typeface="Arial"/>
              </a:defRPr>
            </a:lvl9pPr>
          </a:lstStyle>
          <a:p>
            <a:pPr algn="l" eaLnBrk="1" hangingPunct="1"/>
            <a:fld id="{A2B6C1B1-C509-4F93-A88D-79F03FA58357}" type="slidenum">
              <a:rPr altLang="en-US" lang="en-US"/>
              <a:pPr algn="l" eaLnBrk="1" hangingPunct="1"/>
              <a:t>33</a:t>
            </a:fld>
            <a:endParaRPr altLang="en-US" lang="en-US"/>
          </a:p>
        </p:txBody>
      </p:sp>
      <p:sp>
        <p:nvSpPr>
          <p:cNvPr id="35843" name="Rectangle 2">
            <a:extLst>
              <a:ext uri="{FF2B5EF4-FFF2-40B4-BE49-F238E27FC236}">
                <a16:creationId xmlns:a16="http://schemas.microsoft.com/office/drawing/2014/main" id="{E6400A3F-7D82-A08E-6934-BF6BC666147C}"/>
              </a:ext>
            </a:extLst>
          </p:cNvPr>
          <p:cNvSpPr>
            <a:spLocks noChangeArrowheads="1" noGrp="1"/>
          </p:cNvSpPr>
          <p:nvPr>
            <p:ph type="title"/>
          </p:nvPr>
        </p:nvSpPr>
        <p:spPr/>
        <p:txBody>
          <a:bodyPr/>
          <a:lstStyle/>
          <a:p>
            <a:pPr eaLnBrk="1" hangingPunct="1"/>
            <a:r>
              <a:rPr altLang="en-US" b="1" lang="en-US" sz="4000"/>
              <a:t>Summary</a:t>
            </a:r>
            <a:endParaRPr altLang="en-US" b="1" lang="en-CA" sz="4000"/>
          </a:p>
        </p:txBody>
      </p:sp>
      <p:sp>
        <p:nvSpPr>
          <p:cNvPr id="35844" name="Rectangle 3">
            <a:extLst>
              <a:ext uri="{FF2B5EF4-FFF2-40B4-BE49-F238E27FC236}">
                <a16:creationId xmlns:a16="http://schemas.microsoft.com/office/drawing/2014/main" id="{5CDD58F4-F9C2-7DCE-F1EE-4890E6089448}"/>
              </a:ext>
            </a:extLst>
          </p:cNvPr>
          <p:cNvSpPr>
            <a:spLocks noChangeArrowheads="1" noGrp="1"/>
          </p:cNvSpPr>
          <p:nvPr>
            <p:ph idx="1" type="body"/>
          </p:nvPr>
        </p:nvSpPr>
        <p:spPr>
          <a:xfrm>
            <a:off x="762000" y="1547813"/>
            <a:ext cx="7772400" cy="4548187"/>
          </a:xfrm>
        </p:spPr>
        <p:txBody>
          <a:bodyPr/>
          <a:lstStyle/>
          <a:p>
            <a:pPr eaLnBrk="1" hangingPunct="1">
              <a:lnSpc>
                <a:spcPct val="90000"/>
              </a:lnSpc>
            </a:pPr>
            <a:endParaRPr altLang="en-US" b="1" lang="en-US" sz="2000"/>
          </a:p>
          <a:p>
            <a:pPr eaLnBrk="1" hangingPunct="1">
              <a:lnSpc>
                <a:spcPct val="90000"/>
              </a:lnSpc>
            </a:pPr>
            <a:r>
              <a:rPr altLang="en-US" b="1" lang="en-US" sz="3600"/>
              <a:t>Analysis</a:t>
            </a:r>
            <a:r>
              <a:rPr altLang="en-US" lang="en-US" sz="3600"/>
              <a:t> is breaking a design problem down to understand it; </a:t>
            </a:r>
            <a:r>
              <a:rPr altLang="en-US" b="1" lang="en-US" sz="3600"/>
              <a:t>resolution</a:t>
            </a:r>
            <a:r>
              <a:rPr altLang="en-US" lang="en-US" sz="3600"/>
              <a:t> is solving a design problem.</a:t>
            </a:r>
          </a:p>
        </p:txBody>
      </p:sp>
      <p:pic>
        <p:nvPicPr>
          <p:cNvPr id="2050" name="Picture 2" descr="Slide illustrating problem decomposition in design analysis. The text explains that analysis breaks a design problem into smaller parts to understand it, while resolution involves solving the problem. In the hierarchy, one “Big Problem” divides into “Main Component 1” and “Main Component 2.” Main Component 1 is further divided into Sub-Problems 1 and 2, while Main Component 2 is divided into Sub-Problems 3 and 4.">
            <a:extLst>
              <a:ext uri="{FF2B5EF4-FFF2-40B4-BE49-F238E27FC236}">
                <a16:creationId xmlns:a16="http://schemas.microsoft.com/office/drawing/2014/main" id="{F0DA071B-B169-9261-9431-B104A158603C}"/>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13114" y="3962400"/>
            <a:ext cx="5410200" cy="24017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6DD432A3-BA73-176A-469C-22F0E74EDB9E}"/>
              </a:ext>
            </a:extLst>
          </p:cNvPr>
          <p:cNvSpPr>
            <a:spLocks noGrp="1"/>
          </p:cNvSpPr>
          <p:nvPr>
            <p:ph type="title"/>
          </p:nvPr>
        </p:nvSpPr>
        <p:spPr/>
        <p:txBody>
          <a:bodyPr/>
          <a:lstStyle/>
          <a:p>
            <a:r>
              <a:rPr altLang="en-US" b="1" lang="en-US"/>
              <a:t>Summary</a:t>
            </a:r>
            <a:endParaRPr altLang="en-US" lang="en-US"/>
          </a:p>
        </p:txBody>
      </p:sp>
      <p:sp>
        <p:nvSpPr>
          <p:cNvPr id="36867" name="Content Placeholder 2">
            <a:extLst>
              <a:ext uri="{FF2B5EF4-FFF2-40B4-BE49-F238E27FC236}">
                <a16:creationId xmlns:a16="http://schemas.microsoft.com/office/drawing/2014/main" id="{1D8E3B39-7A8A-C4E0-4FA3-87E04892E695}"/>
              </a:ext>
            </a:extLst>
          </p:cNvPr>
          <p:cNvSpPr>
            <a:spLocks noGrp="1"/>
          </p:cNvSpPr>
          <p:nvPr>
            <p:ph idx="1"/>
          </p:nvPr>
        </p:nvSpPr>
        <p:spPr/>
        <p:txBody>
          <a:bodyPr/>
          <a:lstStyle/>
          <a:p>
            <a:pPr eaLnBrk="1" hangingPunct="1">
              <a:lnSpc>
                <a:spcPct val="90000"/>
              </a:lnSpc>
            </a:pPr>
            <a:endParaRPr altLang="en-US" lang="en-US"/>
          </a:p>
          <a:p>
            <a:pPr eaLnBrk="1" hangingPunct="1">
              <a:lnSpc>
                <a:spcPct val="90000"/>
              </a:lnSpc>
            </a:pPr>
            <a:r>
              <a:rPr altLang="en-US" b="1" lang="en-US"/>
              <a:t>Design processes begin with analysis and have a highly iterative resolution phase.</a:t>
            </a:r>
          </a:p>
          <a:p>
            <a:endParaRPr altLang="en-US" lang="en-US"/>
          </a:p>
        </p:txBody>
      </p:sp>
      <p:pic>
        <p:nvPicPr>
          <p:cNvPr descr="What Is Iterative Design? - Radiant Digital" id="2" name="Picture 5">
            <a:extLst>
              <a:ext uri="{FF2B5EF4-FFF2-40B4-BE49-F238E27FC236}">
                <a16:creationId xmlns:a16="http://schemas.microsoft.com/office/drawing/2014/main" id="{F36826C2-249B-8477-EA2C-18DA787482E3}"/>
              </a:ext>
            </a:extLst>
          </p:cNvPr>
          <p:cNvPicPr>
            <a:picLocks noChangeArrowheads="1" noChangeAspect="1"/>
          </p:cNvPicPr>
          <p:nvPr/>
        </p:nvPicPr>
        <p:blipFill rotWithShape="1">
          <a:blip r:embed="rId3">
            <a:extLst>
              <a:ext uri="{28A0092B-C50C-407E-A947-70E740481C1C}">
                <a14:useLocalDpi xmlns:a14="http://schemas.microsoft.com/office/drawing/2010/main" val="0"/>
              </a:ext>
            </a:extLst>
          </a:blip>
          <a:srcRect t="9507"/>
          <a:stretch/>
        </p:blipFill>
        <p:spPr bwMode="auto">
          <a:xfrm>
            <a:off x="1828800" y="3581400"/>
            <a:ext cx="5181600" cy="30999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E648CE2C-E424-7E3E-1F08-98359DAE7CA2}"/>
              </a:ext>
            </a:extLst>
          </p:cNvPr>
          <p:cNvSpPr>
            <a:spLocks noGrp="1"/>
          </p:cNvSpPr>
          <p:nvPr>
            <p:ph type="title"/>
          </p:nvPr>
        </p:nvSpPr>
        <p:spPr/>
        <p:txBody>
          <a:bodyPr/>
          <a:lstStyle/>
          <a:p>
            <a:r>
              <a:rPr altLang="en-US" b="1" lang="en-US"/>
              <a:t>Summary</a:t>
            </a:r>
            <a:endParaRPr altLang="en-US" lang="en-US"/>
          </a:p>
        </p:txBody>
      </p:sp>
      <p:sp>
        <p:nvSpPr>
          <p:cNvPr id="37891" name="Content Placeholder 2">
            <a:extLst>
              <a:ext uri="{FF2B5EF4-FFF2-40B4-BE49-F238E27FC236}">
                <a16:creationId xmlns:a16="http://schemas.microsoft.com/office/drawing/2014/main" id="{A62D912E-AFC2-FD7D-F30D-AB435FF5CA81}"/>
              </a:ext>
            </a:extLst>
          </p:cNvPr>
          <p:cNvSpPr>
            <a:spLocks noGrp="1"/>
          </p:cNvSpPr>
          <p:nvPr>
            <p:ph idx="1"/>
          </p:nvPr>
        </p:nvSpPr>
        <p:spPr/>
        <p:txBody>
          <a:bodyPr/>
          <a:lstStyle/>
          <a:p>
            <a:pPr eaLnBrk="1" hangingPunct="1" indent="0" marL="0">
              <a:lnSpc>
                <a:spcPct val="90000"/>
              </a:lnSpc>
              <a:buNone/>
            </a:pPr>
            <a:r>
              <a:rPr altLang="en-US" b="1" dirty="0" lang="en-US"/>
              <a:t>Designers should generate many candidate solutions and expect to reanalyze and resolve the problem repeatedly.</a:t>
            </a:r>
          </a:p>
          <a:p>
            <a:endParaRPr altLang="en-US" dirty="0" lang="en-US"/>
          </a:p>
        </p:txBody>
      </p:sp>
      <p:pic>
        <p:nvPicPr>
          <p:cNvPr descr="What is Problem Solving? Steps, Process &amp; Techniques | ASQ" id="37893" name="Picture 5">
            <a:extLst>
              <a:ext uri="{FF2B5EF4-FFF2-40B4-BE49-F238E27FC236}">
                <a16:creationId xmlns:a16="http://schemas.microsoft.com/office/drawing/2014/main" id="{C9E59396-C64D-465C-D1AB-34A43B334770}"/>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200400"/>
            <a:ext cx="4224337" cy="35202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7847FA95-3F91-4470-7AE0-46FFECE88D21}"/>
              </a:ext>
            </a:extLst>
          </p:cNvPr>
          <p:cNvSpPr>
            <a:spLocks noGrp="1"/>
          </p:cNvSpPr>
          <p:nvPr>
            <p:ph type="title"/>
          </p:nvPr>
        </p:nvSpPr>
        <p:spPr/>
        <p:txBody>
          <a:bodyPr/>
          <a:lstStyle/>
          <a:p>
            <a:r>
              <a:rPr altLang="en-US" b="1" lang="en-US"/>
              <a:t>Summary</a:t>
            </a:r>
            <a:endParaRPr altLang="en-US" lang="en-US"/>
          </a:p>
        </p:txBody>
      </p:sp>
      <p:sp>
        <p:nvSpPr>
          <p:cNvPr id="38915" name="Content Placeholder 2">
            <a:extLst>
              <a:ext uri="{FF2B5EF4-FFF2-40B4-BE49-F238E27FC236}">
                <a16:creationId xmlns:a16="http://schemas.microsoft.com/office/drawing/2014/main" id="{9246AC90-AEB6-B8AF-73FF-FB2279A0B8EB}"/>
              </a:ext>
            </a:extLst>
          </p:cNvPr>
          <p:cNvSpPr>
            <a:spLocks noGrp="1"/>
          </p:cNvSpPr>
          <p:nvPr>
            <p:ph idx="1"/>
          </p:nvPr>
        </p:nvSpPr>
        <p:spPr/>
        <p:txBody>
          <a:bodyPr/>
          <a:lstStyle/>
          <a:p>
            <a:pPr eaLnBrk="1" hangingPunct="1">
              <a:lnSpc>
                <a:spcPct val="90000"/>
              </a:lnSpc>
            </a:pPr>
            <a:r>
              <a:rPr altLang="en-US" b="1" dirty="0" lang="en-US"/>
              <a:t>Design management is project management and hence requires planning, organization, staffing, tracking, and leadership.</a:t>
            </a:r>
          </a:p>
          <a:p>
            <a:endParaRPr altLang="en-US" dirty="0" lang="en-US"/>
          </a:p>
        </p:txBody>
      </p:sp>
      <p:pic>
        <p:nvPicPr>
          <p:cNvPr id="3" name="Picture 2" descr="Seven blue circular icons represent key management skills: Planning, Organizing, Leading, Time Management, Monitoring, Communicating, and Managing the risks.">
            <a:extLst>
              <a:ext uri="{FF2B5EF4-FFF2-40B4-BE49-F238E27FC236}">
                <a16:creationId xmlns:a16="http://schemas.microsoft.com/office/drawing/2014/main" id="{C976F05A-281D-A7F3-B741-86EFB28EB9B5}"/>
              </a:ext>
            </a:extLst>
          </p:cNvPr>
          <p:cNvPicPr>
            <a:picLocks noChangeAspect="1"/>
          </p:cNvPicPr>
          <p:nvPr/>
        </p:nvPicPr>
        <p:blipFill>
          <a:blip r:embed="rId3"/>
          <a:stretch>
            <a:fillRect/>
          </a:stretch>
        </p:blipFill>
        <p:spPr>
          <a:xfrm>
            <a:off x="1371600" y="3657600"/>
            <a:ext cx="5833437" cy="2772501"/>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1FE868A6-BF22-B6D1-3FDF-DF229AA95A32}"/>
              </a:ext>
            </a:extLst>
          </p:cNvPr>
          <p:cNvSpPr>
            <a:spLocks noGrp="1"/>
          </p:cNvSpPr>
          <p:nvPr>
            <p:ph type="title"/>
          </p:nvPr>
        </p:nvSpPr>
        <p:spPr/>
        <p:txBody>
          <a:bodyPr/>
          <a:lstStyle/>
          <a:p>
            <a:r>
              <a:rPr altLang="en-US" b="1" lang="en-US"/>
              <a:t>Summary</a:t>
            </a:r>
            <a:endParaRPr altLang="en-US" lang="en-US"/>
          </a:p>
        </p:txBody>
      </p:sp>
      <p:sp>
        <p:nvSpPr>
          <p:cNvPr id="39939" name="Content Placeholder 2">
            <a:extLst>
              <a:ext uri="{FF2B5EF4-FFF2-40B4-BE49-F238E27FC236}">
                <a16:creationId xmlns:a16="http://schemas.microsoft.com/office/drawing/2014/main" id="{0F07948A-50D7-302F-EFAD-1B85266CA0C5}"/>
              </a:ext>
            </a:extLst>
          </p:cNvPr>
          <p:cNvSpPr>
            <a:spLocks noGrp="1"/>
          </p:cNvSpPr>
          <p:nvPr>
            <p:ph idx="1"/>
          </p:nvPr>
        </p:nvSpPr>
        <p:spPr/>
        <p:txBody>
          <a:bodyPr/>
          <a:lstStyle/>
          <a:p>
            <a:pPr eaLnBrk="1" hangingPunct="1">
              <a:lnSpc>
                <a:spcPct val="90000"/>
              </a:lnSpc>
            </a:pPr>
            <a:r>
              <a:rPr altLang="en-US" b="1" dirty="0" lang="en-US"/>
              <a:t>Iterative planning and tracking is the best way to make and revise plans during a project.</a:t>
            </a:r>
          </a:p>
        </p:txBody>
      </p:sp>
      <p:pic>
        <p:nvPicPr>
          <p:cNvPr descr="What Is Iterative Design? - Radiant Digital" id="2" name="Picture 5">
            <a:extLst>
              <a:ext uri="{FF2B5EF4-FFF2-40B4-BE49-F238E27FC236}">
                <a16:creationId xmlns:a16="http://schemas.microsoft.com/office/drawing/2014/main" id="{037A75EF-6382-4BBA-27CD-F3D2571EBF65}"/>
              </a:ext>
            </a:extLst>
          </p:cNvPr>
          <p:cNvPicPr>
            <a:picLocks noChangeArrowheads="1" noChangeAspect="1"/>
          </p:cNvPicPr>
          <p:nvPr/>
        </p:nvPicPr>
        <p:blipFill rotWithShape="1">
          <a:blip r:embed="rId3">
            <a:extLst>
              <a:ext uri="{28A0092B-C50C-407E-A947-70E740481C1C}">
                <a14:useLocalDpi xmlns:a14="http://schemas.microsoft.com/office/drawing/2010/main" val="0"/>
              </a:ext>
            </a:extLst>
          </a:blip>
          <a:srcRect t="9507"/>
          <a:stretch/>
        </p:blipFill>
        <p:spPr bwMode="auto">
          <a:xfrm>
            <a:off x="1600200" y="3352800"/>
            <a:ext cx="5181600" cy="30999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1132</TotalTime>
  <Words>1079</Words>
  <Application>Microsoft Macintosh PowerPoint</Application>
  <PresentationFormat>On-screen Show (4:3)</PresentationFormat>
  <Paragraphs>201</Paragraphs>
  <Slides>37</Slides>
  <Notes>37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Arial Narrow</vt:lpstr>
      <vt:lpstr>Cambria Math</vt:lpstr>
      <vt:lpstr>Garamond</vt:lpstr>
      <vt:lpstr>Tahoma</vt:lpstr>
      <vt:lpstr>Times New Roman</vt:lpstr>
      <vt:lpstr>Wingdings</vt:lpstr>
      <vt:lpstr>Default Design</vt:lpstr>
      <vt:lpstr>Software Design Processes and Management</vt:lpstr>
      <vt:lpstr>Analysis and Resolution</vt:lpstr>
      <vt:lpstr>Analysis and Resolution – cont.</vt:lpstr>
      <vt:lpstr>Analysis and Resolution in Software Design (p 48)</vt:lpstr>
      <vt:lpstr>A Problem-Solving Process</vt:lpstr>
      <vt:lpstr>Analysis and Resolution</vt:lpstr>
      <vt:lpstr>A Generic Design Process (p 50)</vt:lpstr>
      <vt:lpstr>A Design Resolution Process (p 51)</vt:lpstr>
      <vt:lpstr>Design Process Characteristics</vt:lpstr>
      <vt:lpstr>Design Process Characteristics</vt:lpstr>
      <vt:lpstr>A Generic Software Product Design Process</vt:lpstr>
      <vt:lpstr>A Generic Software Engineering Design Process</vt:lpstr>
      <vt:lpstr>Architectural and Detailed Design</vt:lpstr>
      <vt:lpstr>Operations versus Projects</vt:lpstr>
      <vt:lpstr>Operations versus Projects – cont.</vt:lpstr>
      <vt:lpstr>Operations versus Projects</vt:lpstr>
      <vt:lpstr>Operations versus Projects – cont.</vt:lpstr>
      <vt:lpstr>Operations versus Projects – cont</vt:lpstr>
      <vt:lpstr>Operations versus Projects – cont</vt:lpstr>
      <vt:lpstr>Operations versus Projects – cont</vt:lpstr>
      <vt:lpstr>Operations versus Projects – cont</vt:lpstr>
      <vt:lpstr>Project Management Activities</vt:lpstr>
      <vt:lpstr>Project Planning</vt:lpstr>
      <vt:lpstr>Project Organizing</vt:lpstr>
      <vt:lpstr>Project Organizing</vt:lpstr>
      <vt:lpstr>Project Staffing</vt:lpstr>
      <vt:lpstr>Project Tracking</vt:lpstr>
      <vt:lpstr>Leading a Project</vt:lpstr>
      <vt:lpstr>Iterative Planning and Tracking</vt:lpstr>
      <vt:lpstr>Iterative Planning and Tracking</vt:lpstr>
      <vt:lpstr>Design Project Management</vt:lpstr>
      <vt:lpstr>Design Project Decomposition</vt:lpstr>
      <vt:lpstr>Summary</vt:lpstr>
      <vt:lpstr>Summary</vt:lpstr>
      <vt:lpstr>Summary</vt:lpstr>
      <vt:lpstr>Summary</vt:lpstr>
      <vt:lpstr>Summary</vt:lpstr>
    </vt:vector>
  </TitlesOfParts>
  <Company>spsu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2011-08-25T20:18:52Z</dcterms:created>
  <dc:creator>cse</dc:creator>
  <cp:lastModifiedBy>Chenyu Wang</cp:lastModifiedBy>
  <dcterms:modified xsi:type="dcterms:W3CDTF">2025-01-28T18:07:06Z</dcterms:modified>
  <cp:revision>48</cp:revision>
  <dc:title>Software Design Processes and Management</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panorama-manifest">
    <vt:lpwstr>{"dismissals":[{"targetId":{"value":49},"issueTypeIdentifier":"READING_ORDER_ISSUE"},{"targetId":{"value":91},"issueTypeIdentifier":"READING_ORDER_ISSUE"},{"targetId":{"value":103},"issueTypeIdentifier":"READING_ORDER_ISSUE"},{"targetId":{"value":116},"issueTypeIdentifier":"READING_ORDER_ISSUE"},{"targetId":{"value":147},"issueTypeIdentifier":"READING_ORDER_ISSUE"},{"targetId":{"value":157},"issueTypeIdentifier":"READING_ORDER_ISSUE"},{"targetId":{"value":187},"issueTypeIdentifier":"READING_ORDER_ISSUE"},{"targetId":{"value":320},"issueTypeIdentifier":"READING_ORDER_ISSUE"},{"targetId":{"value":341},"issueTypeIdentifier":"READING_ORDER_ISSUE"},{"targetId":{"value":357},"issueTypeIdentifier":"READING_ORDER_ISSUE"},{"targetId":{"value":389},"issueTypeIdentifier":"READING_ORDER_ISSUE"},{"targetId":{"value":411},"issueTypeIdentifier":"READING_ORDER_ISSUE"},{"targetId":{"value":423},"issueTypeIdentifier":"READING_ORDER_ISSUE"},{"targetId":{"value":446},"issueTypeIdentifier":"READING_ORDER_ISSUE"},{"targetId":{"value":469},"issueTypeIdentifier":"READING_ORDER_ISSUE"},{"targetId":{"value":569},"issueTypeIdentifier":"READING_ORDER_ISSUE"}],"remediatedIssues":[{"targetId":{"value":287},"issueTypeIdentifier":"MISSING_ALTERNATIVE_TEXT_ISSUE"},{"targetId":{"value":388},"issueTypeIdentifier":"MISSING_ALTERNATIVE_TEXT_ISSUE"},{"targetId":{"value":410},"issueTypeIdentifier":"MISSING_ALTERNATIVE_TEXT_ISSUE"},{"targetId":{"value":611},"issueTypeIdentifier":"MISSING_ALTERNATIVE_TEXT_ISSUE"}]}</vt:lpwstr>
  </property>
</Properties>
</file>