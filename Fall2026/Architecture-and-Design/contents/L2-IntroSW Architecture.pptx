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2" r:id="rId1"/>
  </p:sldMasterIdLst>
  <p:notesMasterIdLst>
    <p:notesMasterId r:id="rId61"/>
  </p:notesMasterIdLst>
  <p:sldIdLst>
    <p:sldId id="336" r:id="rId2"/>
    <p:sldId id="333" r:id="rId3"/>
    <p:sldId id="321" r:id="rId4"/>
    <p:sldId id="266" r:id="rId5"/>
    <p:sldId id="267" r:id="rId6"/>
    <p:sldId id="270" r:id="rId7"/>
    <p:sldId id="337" r:id="rId8"/>
    <p:sldId id="339" r:id="rId9"/>
    <p:sldId id="271" r:id="rId10"/>
    <p:sldId id="272" r:id="rId11"/>
    <p:sldId id="273" r:id="rId12"/>
    <p:sldId id="274" r:id="rId13"/>
    <p:sldId id="275" r:id="rId14"/>
    <p:sldId id="276" r:id="rId15"/>
    <p:sldId id="277" r:id="rId16"/>
    <p:sldId id="278" r:id="rId17"/>
    <p:sldId id="279" r:id="rId18"/>
    <p:sldId id="284" r:id="rId19"/>
    <p:sldId id="285" r:id="rId20"/>
    <p:sldId id="286" r:id="rId21"/>
    <p:sldId id="287" r:id="rId22"/>
    <p:sldId id="282" r:id="rId23"/>
    <p:sldId id="283" r:id="rId24"/>
    <p:sldId id="288" r:id="rId25"/>
    <p:sldId id="289" r:id="rId26"/>
    <p:sldId id="290" r:id="rId27"/>
    <p:sldId id="291" r:id="rId28"/>
    <p:sldId id="292" r:id="rId29"/>
    <p:sldId id="293" r:id="rId30"/>
    <p:sldId id="294" r:id="rId31"/>
    <p:sldId id="295" r:id="rId32"/>
    <p:sldId id="296" r:id="rId33"/>
    <p:sldId id="297" r:id="rId34"/>
    <p:sldId id="298" r:id="rId35"/>
    <p:sldId id="299" r:id="rId36"/>
    <p:sldId id="300" r:id="rId37"/>
    <p:sldId id="328" r:id="rId38"/>
    <p:sldId id="340" r:id="rId39"/>
    <p:sldId id="301" r:id="rId40"/>
    <p:sldId id="302" r:id="rId41"/>
    <p:sldId id="329" r:id="rId42"/>
    <p:sldId id="303" r:id="rId43"/>
    <p:sldId id="304" r:id="rId44"/>
    <p:sldId id="330" r:id="rId45"/>
    <p:sldId id="306" r:id="rId46"/>
    <p:sldId id="307" r:id="rId47"/>
    <p:sldId id="308" r:id="rId48"/>
    <p:sldId id="331" r:id="rId49"/>
    <p:sldId id="309" r:id="rId50"/>
    <p:sldId id="310" r:id="rId51"/>
    <p:sldId id="311" r:id="rId52"/>
    <p:sldId id="332" r:id="rId53"/>
    <p:sldId id="312" r:id="rId54"/>
    <p:sldId id="319" r:id="rId55"/>
    <p:sldId id="313" r:id="rId56"/>
    <p:sldId id="314" r:id="rId57"/>
    <p:sldId id="315" r:id="rId58"/>
    <p:sldId id="316" r:id="rId59"/>
    <p:sldId id="317" r:id="rId6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outlineView">
  <p:normalViewPr showOutlineIcons="0">
    <p:restoredLeft sz="34577" autoAdjust="0"/>
    <p:restoredTop sz="86438" autoAdjust="0"/>
  </p:normalViewPr>
  <p:slideViewPr>
    <p:cSldViewPr>
      <p:cViewPr>
        <p:scale>
          <a:sx n="49" d="100"/>
          <a:sy n="49" d="100"/>
        </p:scale>
        <p:origin x="1752" y="1472"/>
      </p:cViewPr>
      <p:guideLst>
        <p:guide orient="horz" pos="2160"/>
        <p:guide pos="2880"/>
      </p:guideLst>
    </p:cSldViewPr>
  </p:slideViewPr>
  <p:outlineViewPr>
    <p:cViewPr>
      <p:scale>
        <a:sx n="33" d="100"/>
        <a:sy n="33" d="100"/>
      </p:scale>
      <p:origin x="0" y="-41664"/>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568D73A5-F3C2-D326-D3E9-B683157A9B1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en-US"/>
          </a:p>
        </p:txBody>
      </p:sp>
      <p:sp>
        <p:nvSpPr>
          <p:cNvPr id="91139" name="Rectangle 3">
            <a:extLst>
              <a:ext uri="{FF2B5EF4-FFF2-40B4-BE49-F238E27FC236}">
                <a16:creationId xmlns:a16="http://schemas.microsoft.com/office/drawing/2014/main" id="{3B83E4B5-FCBC-99FA-1FBA-2A6010B39C16}"/>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41287BD8-4424-495F-9764-3E8CF8305725}" type="datetimeFigureOut">
              <a:rPr lang="en-US"/>
              <a:pPr>
                <a:defRPr/>
              </a:pPr>
              <a:t>8/31/26</a:t>
            </a:fld>
            <a:endParaRPr lang="en-US"/>
          </a:p>
        </p:txBody>
      </p:sp>
      <p:sp>
        <p:nvSpPr>
          <p:cNvPr id="13316" name="Rectangle 4">
            <a:extLst>
              <a:ext uri="{FF2B5EF4-FFF2-40B4-BE49-F238E27FC236}">
                <a16:creationId xmlns:a16="http://schemas.microsoft.com/office/drawing/2014/main" id="{5919EE85-C1F1-F819-A771-2A61E6EE629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1" name="Rectangle 5">
            <a:extLst>
              <a:ext uri="{FF2B5EF4-FFF2-40B4-BE49-F238E27FC236}">
                <a16:creationId xmlns:a16="http://schemas.microsoft.com/office/drawing/2014/main" id="{0FE49736-F3FA-5773-8290-F2EF8AAFDA6B}"/>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1142" name="Rectangle 6">
            <a:extLst>
              <a:ext uri="{FF2B5EF4-FFF2-40B4-BE49-F238E27FC236}">
                <a16:creationId xmlns:a16="http://schemas.microsoft.com/office/drawing/2014/main" id="{6255CF3C-E5C6-21EF-6842-83089C29CF2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endParaRPr lang="en-US"/>
          </a:p>
        </p:txBody>
      </p:sp>
      <p:sp>
        <p:nvSpPr>
          <p:cNvPr id="91143" name="Rectangle 7">
            <a:extLst>
              <a:ext uri="{FF2B5EF4-FFF2-40B4-BE49-F238E27FC236}">
                <a16:creationId xmlns:a16="http://schemas.microsoft.com/office/drawing/2014/main" id="{CCBD449F-ABB3-8890-0514-14681A9151CF}"/>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smtClean="0"/>
            </a:lvl1pPr>
          </a:lstStyle>
          <a:p>
            <a:pPr>
              <a:defRPr/>
            </a:pPr>
            <a:fld id="{27048581-1B26-4DB1-A794-C41406AB2B30}"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238C1E0D-4328-9296-4F28-EA71960AF10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5F310CDF-D327-4B9A-825F-A309F0258319}" type="slidenum">
              <a:rPr lang="en-US" altLang="en-US">
                <a:latin typeface="Arial" panose="020B0604020202020204" pitchFamily="34" charset="0"/>
              </a:rPr>
              <a:pPr>
                <a:spcBef>
                  <a:spcPct val="0"/>
                </a:spcBef>
              </a:pPr>
              <a:t>1</a:t>
            </a:fld>
            <a:endParaRPr lang="en-US" altLang="en-US">
              <a:latin typeface="Arial" panose="020B0604020202020204" pitchFamily="34" charset="0"/>
            </a:endParaRPr>
          </a:p>
        </p:txBody>
      </p:sp>
      <p:sp>
        <p:nvSpPr>
          <p:cNvPr id="15363" name="Rectangle 2">
            <a:extLst>
              <a:ext uri="{FF2B5EF4-FFF2-40B4-BE49-F238E27FC236}">
                <a16:creationId xmlns:a16="http://schemas.microsoft.com/office/drawing/2014/main" id="{B492FB38-D187-6675-918E-421CA1C15EFA}"/>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2CCFEDF8-B16F-3E92-B0A1-8BBFD1424E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D9E13A7-D544-7144-1BCC-9D4EF113C732}"/>
              </a:ext>
            </a:extLst>
          </p:cNvPr>
          <p:cNvSpPr>
            <a:spLocks noGrp="1" noRot="1" noChangeAspect="1" noChangeArrowheads="1" noTextEdit="1"/>
          </p:cNvSpPr>
          <p:nvPr>
            <p:ph type="sldImg"/>
          </p:nvPr>
        </p:nvSpPr>
        <p:spPr>
          <a:ln/>
        </p:spPr>
      </p:sp>
      <p:sp>
        <p:nvSpPr>
          <p:cNvPr id="17411" name="Rectangle 3">
            <a:extLst>
              <a:ext uri="{FF2B5EF4-FFF2-40B4-BE49-F238E27FC236}">
                <a16:creationId xmlns:a16="http://schemas.microsoft.com/office/drawing/2014/main" id="{D056D077-4AD5-E71C-38BE-720B43421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D7BE4982-E4F4-307D-A69C-EA52C2532C89}"/>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B18B37C6-06D2-E745-F855-2F770BC4CF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608C11CC-81F4-0A00-E0A2-E161989486A2}"/>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B1B48CBE-4D6C-763C-E875-D9C48AEB5B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3E3AF589-C93C-7CBF-596B-11EE34CA92E9}"/>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9EDB3253-3DF3-E499-C6A7-64073AB7E7B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41D63096-E34E-485B-F083-2B0E207816ED}"/>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58EE4F77-F161-09C7-D211-CC14261033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27048581-1B26-4DB1-A794-C41406AB2B30}" type="slidenum">
              <a:rPr lang="en-US" altLang="en-US" smtClean="0"/>
              <a:pPr>
                <a:defRPr/>
              </a:pPr>
              <a:t>8</a:t>
            </a:fld>
            <a:endParaRPr lang="en-US" altLang="en-US"/>
          </a:p>
        </p:txBody>
      </p:sp>
    </p:spTree>
    <p:extLst>
      <p:ext uri="{BB962C8B-B14F-4D97-AF65-F5344CB8AC3E}">
        <p14:creationId xmlns:p14="http://schemas.microsoft.com/office/powerpoint/2010/main" val="299266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7F299D46-6B72-3ED5-BA3D-A98C77AA1966}"/>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7E622939-C893-C668-AA60-BEC3BADF70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3DEC0BE1-6BEA-1115-1132-3C5ABB3598A6}"/>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1674A772-66D6-7168-8FE5-8CA0D73FEF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8F93EB3-E17F-D48E-2D55-D4C709B52A2D}"/>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5DF5D3FD-C84F-E223-32A4-91E2460BB5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346DBF83-B264-EA92-7BBA-3461374EC153}"/>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6E640268-FF04-FB47-E5B5-9CDF181AAE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CB6BDA1A-DFBF-7603-5477-135EB75344DC}"/>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425C6FB3-0CCB-E44F-EEAA-F56429E859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BC994C6B-7BFB-A91E-2705-21659EA16798}"/>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AE94A9DC-276E-2104-44CA-E93571ED47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D118CC4-C397-65E4-5CA3-1EACAE14F292}"/>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3BB8575F-5875-99F1-E1F0-061A8C2AB5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8B874260-7084-5A97-6CC1-CDC2D3DC10EB}"/>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2DAEDEE0-171C-0070-5419-C2605CB2980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AE0621F-808A-165E-9D00-D00283D0D253}"/>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FC8F7C6F-DA48-3049-00FA-2FA7EB75FA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3ACABB2-C447-6FD0-E11F-05652C0D348D}"/>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D6A0ABC1-454F-B333-DEBC-DF2C421D84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69917A78-5ADE-9769-CF1C-A8CCB3BFC449}"/>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D865A1BE-BEED-08CD-35FB-054C98F223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F72ED2A-4CE1-6D1E-2D33-878D8408AEF7}"/>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7DEA7F1B-8993-AB5C-CD6C-5E896B302C8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00C1773C-9210-5152-8628-E1603FEC44DE}"/>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A857187E-6582-E492-31E1-C48EED7F36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E886D0E4-FCB6-FC41-EDD1-DC99515334B4}"/>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11CFDAF6-BA53-AEF5-E536-9B92D33C097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0467C62D-44C6-18C8-7624-54BAEE740E45}"/>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E440A8D0-6F08-0EBD-DFA9-04CF0CB553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E697FD35-33A8-A5F7-8412-8D5375A8AC4F}"/>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389B7594-429A-C6F9-7F52-7493CC3C95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AE0649D1-B795-A082-C837-3AA9FD7FA097}"/>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0D924DD5-176F-9FD8-1BF7-3BB4F6D69E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C02DAC52-964E-E98A-948B-75AE63B57EE7}"/>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D9890A76-D305-0F68-50BD-AA25B4BAA2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3FD77012-8869-5549-BD5B-94D7EE0A08C7}"/>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61A839BF-327D-84A7-E475-CE31AE0264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E687379A-C977-2661-EF12-5440225E91B6}"/>
              </a:ext>
            </a:extLst>
          </p:cNvPr>
          <p:cNvSpPr>
            <a:spLocks noGrp="1" noRot="1" noChangeAspect="1" noChangeArrowheads="1" noTextEdit="1"/>
          </p:cNvSpPr>
          <p:nvPr>
            <p:ph type="sldImg"/>
          </p:nvPr>
        </p:nvSpPr>
        <p:spPr>
          <a:ln/>
        </p:spPr>
      </p:sp>
      <p:sp>
        <p:nvSpPr>
          <p:cNvPr id="68611" name="Rectangle 3">
            <a:extLst>
              <a:ext uri="{FF2B5EF4-FFF2-40B4-BE49-F238E27FC236}">
                <a16:creationId xmlns:a16="http://schemas.microsoft.com/office/drawing/2014/main" id="{748BE344-E112-B900-3427-0F10DA266C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23C54D35-FA91-CA96-EEB5-37402128A5C7}"/>
              </a:ext>
            </a:extLst>
          </p:cNvPr>
          <p:cNvSpPr>
            <a:spLocks noGrp="1" noRot="1" noChangeAspect="1" noChangeArrowheads="1" noTextEdit="1"/>
          </p:cNvSpPr>
          <p:nvPr>
            <p:ph type="sldImg"/>
          </p:nvPr>
        </p:nvSpPr>
        <p:spPr>
          <a:ln/>
        </p:spPr>
      </p:sp>
      <p:sp>
        <p:nvSpPr>
          <p:cNvPr id="70659" name="Rectangle 3">
            <a:extLst>
              <a:ext uri="{FF2B5EF4-FFF2-40B4-BE49-F238E27FC236}">
                <a16:creationId xmlns:a16="http://schemas.microsoft.com/office/drawing/2014/main" id="{4911FE83-057A-2EF5-C73C-5EC400C3D9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3FCFB785-6BCA-4437-115E-B782990DFED1}"/>
              </a:ext>
            </a:extLst>
          </p:cNvPr>
          <p:cNvSpPr>
            <a:spLocks noGrp="1" noRot="1" noChangeAspect="1" noChangeArrowheads="1" noTextEdit="1"/>
          </p:cNvSpPr>
          <p:nvPr>
            <p:ph type="sldImg"/>
          </p:nvPr>
        </p:nvSpPr>
        <p:spPr>
          <a:ln/>
        </p:spPr>
      </p:sp>
      <p:sp>
        <p:nvSpPr>
          <p:cNvPr id="72707" name="Rectangle 3">
            <a:extLst>
              <a:ext uri="{FF2B5EF4-FFF2-40B4-BE49-F238E27FC236}">
                <a16:creationId xmlns:a16="http://schemas.microsoft.com/office/drawing/2014/main" id="{CBFCF0F3-3556-2AE9-8E0B-4D5BCBBC702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D47E7DA8-B499-5DE3-5FA2-7380A0424775}"/>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46505387-6AA4-03DB-2380-B6F95D8F96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E6DE179B-B681-0495-20C1-16FC56E88451}"/>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5821EAB2-E1FA-30DA-51F7-905CC687AD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54A52B3C-25F3-CFD5-EA49-8D770C1DD31B}"/>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2DFA3004-8155-99EF-C2CB-2A7852C7B5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1989571A-B0F8-BF2F-3C81-A339F3CA9C37}"/>
              </a:ext>
            </a:extLst>
          </p:cNvPr>
          <p:cNvSpPr>
            <a:spLocks noGrp="1" noRot="1" noChangeAspect="1" noChangeArrowheads="1" noTextEdit="1"/>
          </p:cNvSpPr>
          <p:nvPr>
            <p:ph type="sldImg"/>
          </p:nvPr>
        </p:nvSpPr>
        <p:spPr>
          <a:ln/>
        </p:spPr>
      </p:sp>
      <p:sp>
        <p:nvSpPr>
          <p:cNvPr id="80899" name="Rectangle 3">
            <a:extLst>
              <a:ext uri="{FF2B5EF4-FFF2-40B4-BE49-F238E27FC236}">
                <a16:creationId xmlns:a16="http://schemas.microsoft.com/office/drawing/2014/main" id="{C72D0CC1-836D-3F61-75BF-1722E4E293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08B1F4ED-1AA3-286A-55BD-FE16F022FCEE}"/>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C519CE36-1ADB-4C45-D091-F04D280E34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07BAEF20-103F-BCFA-C885-2491CC075E8F}"/>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3EC75FC8-65DA-2A0B-BED2-17EA90A1BB5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1097900B-CA39-C05D-F3C6-DD9154909057}"/>
              </a:ext>
            </a:extLst>
          </p:cNvPr>
          <p:cNvSpPr>
            <a:spLocks noGrp="1" noRot="1" noChangeAspect="1" noChangeArrowheads="1" noTextEdit="1"/>
          </p:cNvSpPr>
          <p:nvPr>
            <p:ph type="sldImg"/>
          </p:nvPr>
        </p:nvSpPr>
        <p:spPr>
          <a:ln/>
        </p:spPr>
      </p:sp>
      <p:sp>
        <p:nvSpPr>
          <p:cNvPr id="87043" name="Rectangle 3">
            <a:extLst>
              <a:ext uri="{FF2B5EF4-FFF2-40B4-BE49-F238E27FC236}">
                <a16:creationId xmlns:a16="http://schemas.microsoft.com/office/drawing/2014/main" id="{0E850BD3-DF7E-2FBC-8425-EE85E9682E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27048581-1B26-4DB1-A794-C41406AB2B30}" type="slidenum">
              <a:rPr lang="en-US" altLang="en-US" smtClean="0"/>
              <a:pPr>
                <a:defRPr/>
              </a:pPr>
              <a:t>38</a:t>
            </a:fld>
            <a:endParaRPr lang="en-US" altLang="en-US"/>
          </a:p>
        </p:txBody>
      </p:sp>
    </p:spTree>
    <p:extLst>
      <p:ext uri="{BB962C8B-B14F-4D97-AF65-F5344CB8AC3E}">
        <p14:creationId xmlns:p14="http://schemas.microsoft.com/office/powerpoint/2010/main" val="20319597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4ED05FAB-FA22-A2E6-A84F-BA7F40A9A458}"/>
              </a:ext>
            </a:extLst>
          </p:cNvPr>
          <p:cNvSpPr>
            <a:spLocks noGrp="1" noRot="1" noChangeAspect="1" noChangeArrowheads="1" noTextEdit="1"/>
          </p:cNvSpPr>
          <p:nvPr>
            <p:ph type="sldImg"/>
          </p:nvPr>
        </p:nvSpPr>
        <p:spPr>
          <a:ln/>
        </p:spPr>
      </p:sp>
      <p:sp>
        <p:nvSpPr>
          <p:cNvPr id="90115" name="Rectangle 3">
            <a:extLst>
              <a:ext uri="{FF2B5EF4-FFF2-40B4-BE49-F238E27FC236}">
                <a16:creationId xmlns:a16="http://schemas.microsoft.com/office/drawing/2014/main" id="{1B28CD20-8CC0-FA5C-48C7-E0EF2373BD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C95B8DD3-7163-5CD3-F699-72FE61450289}"/>
              </a:ext>
            </a:extLst>
          </p:cNvPr>
          <p:cNvSpPr>
            <a:spLocks noGrp="1" noRot="1" noChangeAspect="1" noChangeArrowheads="1" noTextEdit="1"/>
          </p:cNvSpPr>
          <p:nvPr>
            <p:ph type="sldImg"/>
          </p:nvPr>
        </p:nvSpPr>
        <p:spPr>
          <a:ln/>
        </p:spPr>
      </p:sp>
      <p:sp>
        <p:nvSpPr>
          <p:cNvPr id="92163" name="Rectangle 3">
            <a:extLst>
              <a:ext uri="{FF2B5EF4-FFF2-40B4-BE49-F238E27FC236}">
                <a16:creationId xmlns:a16="http://schemas.microsoft.com/office/drawing/2014/main" id="{FFE6E246-79E6-D211-ED75-982203BC8A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18B9465F-71DF-DA83-4E7B-18A324A2DF5D}"/>
              </a:ext>
            </a:extLst>
          </p:cNvPr>
          <p:cNvSpPr>
            <a:spLocks noGrp="1" noRot="1" noChangeAspect="1" noChangeArrowheads="1" noTextEdit="1"/>
          </p:cNvSpPr>
          <p:nvPr>
            <p:ph type="sldImg"/>
          </p:nvPr>
        </p:nvSpPr>
        <p:spPr>
          <a:ln/>
        </p:spPr>
      </p:sp>
      <p:sp>
        <p:nvSpPr>
          <p:cNvPr id="94211" name="Rectangle 3">
            <a:extLst>
              <a:ext uri="{FF2B5EF4-FFF2-40B4-BE49-F238E27FC236}">
                <a16:creationId xmlns:a16="http://schemas.microsoft.com/office/drawing/2014/main" id="{D08E34C1-36C5-6522-AEFF-2FF7EDC1F8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852B51CE-B53B-21A7-3926-DC7B29286C0F}"/>
              </a:ext>
            </a:extLst>
          </p:cNvPr>
          <p:cNvSpPr>
            <a:spLocks noGrp="1" noRot="1" noChangeAspect="1" noChangeArrowheads="1" noTextEdit="1"/>
          </p:cNvSpPr>
          <p:nvPr>
            <p:ph type="sldImg"/>
          </p:nvPr>
        </p:nvSpPr>
        <p:spPr>
          <a:ln/>
        </p:spPr>
      </p:sp>
      <p:sp>
        <p:nvSpPr>
          <p:cNvPr id="96259" name="Rectangle 3">
            <a:extLst>
              <a:ext uri="{FF2B5EF4-FFF2-40B4-BE49-F238E27FC236}">
                <a16:creationId xmlns:a16="http://schemas.microsoft.com/office/drawing/2014/main" id="{562811B9-DA4C-0DAD-AED0-50848115BD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FC11F6B9-0D8B-9F0E-AD13-B873F7DB7E38}"/>
              </a:ext>
            </a:extLst>
          </p:cNvPr>
          <p:cNvSpPr>
            <a:spLocks noGrp="1" noRot="1" noChangeAspect="1" noChangeArrowheads="1" noTextEdit="1"/>
          </p:cNvSpPr>
          <p:nvPr>
            <p:ph type="sldImg"/>
          </p:nvPr>
        </p:nvSpPr>
        <p:spPr>
          <a:ln/>
        </p:spPr>
      </p:sp>
      <p:sp>
        <p:nvSpPr>
          <p:cNvPr id="98307" name="Rectangle 3">
            <a:extLst>
              <a:ext uri="{FF2B5EF4-FFF2-40B4-BE49-F238E27FC236}">
                <a16:creationId xmlns:a16="http://schemas.microsoft.com/office/drawing/2014/main" id="{02F1C4FE-D9F2-6CFF-1038-352377C34B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1067ABA1-62D8-8815-5C96-2A72272E30AE}"/>
              </a:ext>
            </a:extLst>
          </p:cNvPr>
          <p:cNvSpPr>
            <a:spLocks noGrp="1" noRot="1" noChangeAspect="1" noChangeArrowheads="1" noTextEdit="1"/>
          </p:cNvSpPr>
          <p:nvPr>
            <p:ph type="sldImg"/>
          </p:nvPr>
        </p:nvSpPr>
        <p:spPr>
          <a:ln/>
        </p:spPr>
      </p:sp>
      <p:sp>
        <p:nvSpPr>
          <p:cNvPr id="100355" name="Rectangle 3">
            <a:extLst>
              <a:ext uri="{FF2B5EF4-FFF2-40B4-BE49-F238E27FC236}">
                <a16:creationId xmlns:a16="http://schemas.microsoft.com/office/drawing/2014/main" id="{2CC95525-8772-275F-8F1E-274375990CD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2C0CB60A-1146-1964-A71A-C02FC0227240}"/>
              </a:ext>
            </a:extLst>
          </p:cNvPr>
          <p:cNvSpPr>
            <a:spLocks noGrp="1" noRot="1" noChangeAspect="1" noChangeArrowheads="1" noTextEdit="1"/>
          </p:cNvSpPr>
          <p:nvPr>
            <p:ph type="sldImg"/>
          </p:nvPr>
        </p:nvSpPr>
        <p:spPr>
          <a:ln/>
        </p:spPr>
      </p:sp>
      <p:sp>
        <p:nvSpPr>
          <p:cNvPr id="102403" name="Rectangle 3">
            <a:extLst>
              <a:ext uri="{FF2B5EF4-FFF2-40B4-BE49-F238E27FC236}">
                <a16:creationId xmlns:a16="http://schemas.microsoft.com/office/drawing/2014/main" id="{24269195-4F79-9EEA-CAA9-DE31141C77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2666B186-566B-277E-D9FE-132BCEFB432A}"/>
              </a:ext>
            </a:extLst>
          </p:cNvPr>
          <p:cNvSpPr>
            <a:spLocks noGrp="1" noRot="1" noChangeAspect="1" noChangeArrowheads="1" noTextEdit="1"/>
          </p:cNvSpPr>
          <p:nvPr>
            <p:ph type="sldImg"/>
          </p:nvPr>
        </p:nvSpPr>
        <p:spPr>
          <a:ln/>
        </p:spPr>
      </p:sp>
      <p:sp>
        <p:nvSpPr>
          <p:cNvPr id="104451" name="Rectangle 3">
            <a:extLst>
              <a:ext uri="{FF2B5EF4-FFF2-40B4-BE49-F238E27FC236}">
                <a16:creationId xmlns:a16="http://schemas.microsoft.com/office/drawing/2014/main" id="{884CD70B-89B7-0AB5-1EC5-B61906B304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D464DA1-61DA-6E10-9D94-A4713CBB9EAF}"/>
              </a:ext>
            </a:extLst>
          </p:cNvPr>
          <p:cNvSpPr>
            <a:spLocks noGrp="1" noRot="1" noChangeAspect="1" noChangeArrowheads="1" noTextEdit="1"/>
          </p:cNvSpPr>
          <p:nvPr>
            <p:ph type="sldImg"/>
          </p:nvPr>
        </p:nvSpPr>
        <p:spPr>
          <a:ln/>
        </p:spPr>
      </p:sp>
      <p:sp>
        <p:nvSpPr>
          <p:cNvPr id="106499" name="Rectangle 3">
            <a:extLst>
              <a:ext uri="{FF2B5EF4-FFF2-40B4-BE49-F238E27FC236}">
                <a16:creationId xmlns:a16="http://schemas.microsoft.com/office/drawing/2014/main" id="{8B972DEB-5EB6-8CC2-4993-182792DB5A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8B9BD52F-5507-AFF7-68F2-6225BCAC19A0}"/>
              </a:ext>
            </a:extLst>
          </p:cNvPr>
          <p:cNvSpPr>
            <a:spLocks noGrp="1" noRot="1" noChangeAspect="1" noChangeArrowheads="1" noTextEdit="1"/>
          </p:cNvSpPr>
          <p:nvPr>
            <p:ph type="sldImg"/>
          </p:nvPr>
        </p:nvSpPr>
        <p:spPr>
          <a:ln/>
        </p:spPr>
      </p:sp>
      <p:sp>
        <p:nvSpPr>
          <p:cNvPr id="108547" name="Rectangle 3">
            <a:extLst>
              <a:ext uri="{FF2B5EF4-FFF2-40B4-BE49-F238E27FC236}">
                <a16:creationId xmlns:a16="http://schemas.microsoft.com/office/drawing/2014/main" id="{EE74788E-59ED-07BF-7EBC-25CCB3225A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CC6323F2-11C7-8F1E-AD92-32AF8BFC676B}"/>
              </a:ext>
            </a:extLst>
          </p:cNvPr>
          <p:cNvSpPr>
            <a:spLocks noGrp="1" noRot="1" noChangeAspect="1" noChangeArrowheads="1" noTextEdit="1"/>
          </p:cNvSpPr>
          <p:nvPr>
            <p:ph type="sldImg"/>
          </p:nvPr>
        </p:nvSpPr>
        <p:spPr>
          <a:ln/>
        </p:spPr>
      </p:sp>
      <p:sp>
        <p:nvSpPr>
          <p:cNvPr id="110595" name="Rectangle 3">
            <a:extLst>
              <a:ext uri="{FF2B5EF4-FFF2-40B4-BE49-F238E27FC236}">
                <a16:creationId xmlns:a16="http://schemas.microsoft.com/office/drawing/2014/main" id="{8477D9B4-5658-6726-0B6E-D5FDD9786B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8764A576-4E37-B521-52AE-BAC7E7C71570}"/>
              </a:ext>
            </a:extLst>
          </p:cNvPr>
          <p:cNvSpPr>
            <a:spLocks noGrp="1" noRot="1" noChangeAspect="1" noChangeArrowheads="1" noTextEdit="1"/>
          </p:cNvSpPr>
          <p:nvPr>
            <p:ph type="sldImg"/>
          </p:nvPr>
        </p:nvSpPr>
        <p:spPr>
          <a:ln/>
        </p:spPr>
      </p:sp>
      <p:sp>
        <p:nvSpPr>
          <p:cNvPr id="112643" name="Rectangle 3">
            <a:extLst>
              <a:ext uri="{FF2B5EF4-FFF2-40B4-BE49-F238E27FC236}">
                <a16:creationId xmlns:a16="http://schemas.microsoft.com/office/drawing/2014/main" id="{7FB9AACC-8FF2-5712-FEE2-E22D34ECA3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D78BCA9D-D71C-3FE4-EE89-39752B29C23A}"/>
              </a:ext>
            </a:extLst>
          </p:cNvPr>
          <p:cNvSpPr>
            <a:spLocks noGrp="1" noRot="1" noChangeAspect="1" noChangeArrowheads="1" noTextEdit="1"/>
          </p:cNvSpPr>
          <p:nvPr>
            <p:ph type="sldImg"/>
          </p:nvPr>
        </p:nvSpPr>
        <p:spPr>
          <a:ln/>
        </p:spPr>
      </p:sp>
      <p:sp>
        <p:nvSpPr>
          <p:cNvPr id="114691" name="Rectangle 3">
            <a:extLst>
              <a:ext uri="{FF2B5EF4-FFF2-40B4-BE49-F238E27FC236}">
                <a16:creationId xmlns:a16="http://schemas.microsoft.com/office/drawing/2014/main" id="{1B65D553-3722-B7FB-A6DE-DFDE8AECB2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53E92A46-E2F6-5B6A-E053-5B36C112A2E3}"/>
              </a:ext>
            </a:extLst>
          </p:cNvPr>
          <p:cNvSpPr>
            <a:spLocks noGrp="1" noRot="1" noChangeAspect="1" noChangeArrowheads="1" noTextEdit="1"/>
          </p:cNvSpPr>
          <p:nvPr>
            <p:ph type="sldImg"/>
          </p:nvPr>
        </p:nvSpPr>
        <p:spPr>
          <a:ln/>
        </p:spPr>
      </p:sp>
      <p:sp>
        <p:nvSpPr>
          <p:cNvPr id="116739" name="Rectangle 3">
            <a:extLst>
              <a:ext uri="{FF2B5EF4-FFF2-40B4-BE49-F238E27FC236}">
                <a16:creationId xmlns:a16="http://schemas.microsoft.com/office/drawing/2014/main" id="{0D2C7363-FE6D-9CA1-31C8-9EC968F597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D0EB9E9B-D05C-C126-33C7-EAD5289464CA}"/>
              </a:ext>
            </a:extLst>
          </p:cNvPr>
          <p:cNvSpPr>
            <a:spLocks noGrp="1" noRot="1" noChangeAspect="1" noChangeArrowheads="1" noTextEdit="1"/>
          </p:cNvSpPr>
          <p:nvPr>
            <p:ph type="sldImg"/>
          </p:nvPr>
        </p:nvSpPr>
        <p:spPr>
          <a:ln/>
        </p:spPr>
      </p:sp>
      <p:sp>
        <p:nvSpPr>
          <p:cNvPr id="118787" name="Rectangle 3">
            <a:extLst>
              <a:ext uri="{FF2B5EF4-FFF2-40B4-BE49-F238E27FC236}">
                <a16:creationId xmlns:a16="http://schemas.microsoft.com/office/drawing/2014/main" id="{6679891E-41A3-4546-AB0D-7971FAB194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3FCC8C7C-7346-8D27-E446-532CF2CD498A}"/>
              </a:ext>
            </a:extLst>
          </p:cNvPr>
          <p:cNvSpPr>
            <a:spLocks noGrp="1" noRot="1" noChangeAspect="1" noChangeArrowheads="1" noTextEdit="1"/>
          </p:cNvSpPr>
          <p:nvPr>
            <p:ph type="sldImg"/>
          </p:nvPr>
        </p:nvSpPr>
        <p:spPr>
          <a:ln/>
        </p:spPr>
      </p:sp>
      <p:sp>
        <p:nvSpPr>
          <p:cNvPr id="120835" name="Rectangle 3">
            <a:extLst>
              <a:ext uri="{FF2B5EF4-FFF2-40B4-BE49-F238E27FC236}">
                <a16:creationId xmlns:a16="http://schemas.microsoft.com/office/drawing/2014/main" id="{6E07140A-7925-235C-BBDB-8EEBE9CAC7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C262583C-A043-1093-BAD3-3B124C16F1E0}"/>
              </a:ext>
            </a:extLst>
          </p:cNvPr>
          <p:cNvSpPr>
            <a:spLocks noGrp="1" noRot="1" noChangeAspect="1" noChangeArrowheads="1" noTextEdit="1"/>
          </p:cNvSpPr>
          <p:nvPr>
            <p:ph type="sldImg"/>
          </p:nvPr>
        </p:nvSpPr>
        <p:spPr>
          <a:ln/>
        </p:spPr>
      </p:sp>
      <p:sp>
        <p:nvSpPr>
          <p:cNvPr id="122883" name="Rectangle 3">
            <a:extLst>
              <a:ext uri="{FF2B5EF4-FFF2-40B4-BE49-F238E27FC236}">
                <a16:creationId xmlns:a16="http://schemas.microsoft.com/office/drawing/2014/main" id="{E2F5E5E7-688F-280A-5377-A982A077DB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9F0C3B41-6168-207B-F6A8-9EDC33DB09EB}"/>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18EA3430-6DCA-5B33-C8FA-10D9BC2734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14BE7107-7284-64C9-A614-D51BFC21632C}"/>
              </a:ext>
            </a:extLst>
          </p:cNvPr>
          <p:cNvSpPr>
            <a:spLocks noGrp="1" noRot="1" noChangeAspect="1" noChangeArrowheads="1" noTextEdit="1"/>
          </p:cNvSpPr>
          <p:nvPr>
            <p:ph type="sldImg"/>
          </p:nvPr>
        </p:nvSpPr>
        <p:spPr>
          <a:ln/>
        </p:spPr>
      </p:sp>
      <p:sp>
        <p:nvSpPr>
          <p:cNvPr id="126979" name="Rectangle 3">
            <a:extLst>
              <a:ext uri="{FF2B5EF4-FFF2-40B4-BE49-F238E27FC236}">
                <a16:creationId xmlns:a16="http://schemas.microsoft.com/office/drawing/2014/main" id="{2A28C250-D54B-BE87-683C-62F1DAB166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D7261BD8-5E90-A87A-C6EA-002CCAC77E5A}"/>
              </a:ext>
            </a:extLst>
          </p:cNvPr>
          <p:cNvSpPr>
            <a:spLocks noGrp="1" noRot="1" noChangeAspect="1" noChangeArrowheads="1" noTextEdit="1"/>
          </p:cNvSpPr>
          <p:nvPr>
            <p:ph type="sldImg"/>
          </p:nvPr>
        </p:nvSpPr>
        <p:spPr>
          <a:ln/>
        </p:spPr>
      </p:sp>
      <p:sp>
        <p:nvSpPr>
          <p:cNvPr id="129027" name="Rectangle 3">
            <a:extLst>
              <a:ext uri="{FF2B5EF4-FFF2-40B4-BE49-F238E27FC236}">
                <a16:creationId xmlns:a16="http://schemas.microsoft.com/office/drawing/2014/main" id="{DE9F9272-34E4-DBE9-DC19-BB1A94E9F5B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E7D28DC5-853E-EDC7-B834-34F61821E395}"/>
              </a:ext>
            </a:extLst>
          </p:cNvPr>
          <p:cNvSpPr>
            <a:spLocks noGrp="1" noRot="1" noChangeAspect="1" noChangeArrowheads="1" noTextEdit="1"/>
          </p:cNvSpPr>
          <p:nvPr>
            <p:ph type="sldImg"/>
          </p:nvPr>
        </p:nvSpPr>
        <p:spPr>
          <a:ln/>
        </p:spPr>
      </p:sp>
      <p:sp>
        <p:nvSpPr>
          <p:cNvPr id="131075" name="Rectangle 3">
            <a:extLst>
              <a:ext uri="{FF2B5EF4-FFF2-40B4-BE49-F238E27FC236}">
                <a16:creationId xmlns:a16="http://schemas.microsoft.com/office/drawing/2014/main" id="{6D955AE8-F28C-349B-B868-E55687C0D07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06F278-8B0E-A8F0-4EF5-FEE028B627E7}"/>
              </a:ext>
            </a:extLst>
          </p:cNvPr>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3" name="Rectangle 3">
            <a:extLst>
              <a:ext uri="{FF2B5EF4-FFF2-40B4-BE49-F238E27FC236}">
                <a16:creationId xmlns:a16="http://schemas.microsoft.com/office/drawing/2014/main" id="{04907ED9-99F6-39EE-CE1B-9B0B568FA713}"/>
              </a:ext>
            </a:extLst>
          </p:cNvPr>
          <p:cNvSpPr>
            <a:spLocks noChangeArrowheads="1"/>
          </p:cNvSpPr>
          <p:nvPr/>
        </p:nvSpPr>
        <p:spPr bwMode="white">
          <a:xfrm>
            <a:off x="8991600" y="3175"/>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4" name="Rectangle 4">
            <a:extLst>
              <a:ext uri="{FF2B5EF4-FFF2-40B4-BE49-F238E27FC236}">
                <a16:creationId xmlns:a16="http://schemas.microsoft.com/office/drawing/2014/main" id="{A1E9429C-7605-973A-2483-2E5F39B8AC85}"/>
              </a:ext>
            </a:extLst>
          </p:cNvPr>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5" name="Rectangle 5">
            <a:extLst>
              <a:ext uri="{FF2B5EF4-FFF2-40B4-BE49-F238E27FC236}">
                <a16:creationId xmlns:a16="http://schemas.microsoft.com/office/drawing/2014/main" id="{38E01DA2-9FD6-4724-388B-E6BBF8C31509}"/>
              </a:ext>
            </a:extLst>
          </p:cNvPr>
          <p:cNvSpPr>
            <a:spLocks noChangeArrowheads="1"/>
          </p:cNvSpPr>
          <p:nvPr/>
        </p:nvSpPr>
        <p:spPr bwMode="white">
          <a:xfrm>
            <a:off x="0" y="0"/>
            <a:ext cx="9144000" cy="25146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6" name="Rectangle 5">
            <a:extLst>
              <a:ext uri="{FF2B5EF4-FFF2-40B4-BE49-F238E27FC236}">
                <a16:creationId xmlns:a16="http://schemas.microsoft.com/office/drawing/2014/main" id="{D3FF6657-E1D1-1DB4-BA5D-E784240F83AD}"/>
              </a:ext>
            </a:extLst>
          </p:cNvPr>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a:latin typeface="Arial" charset="0"/>
            </a:endParaRPr>
          </a:p>
        </p:txBody>
      </p:sp>
      <p:sp>
        <p:nvSpPr>
          <p:cNvPr id="7" name="Straight Connector 6">
            <a:extLst>
              <a:ext uri="{FF2B5EF4-FFF2-40B4-BE49-F238E27FC236}">
                <a16:creationId xmlns:a16="http://schemas.microsoft.com/office/drawing/2014/main" id="{CB5B0005-0245-ABC7-0D7C-7AF3F5DCDEC4}"/>
              </a:ext>
            </a:extLst>
          </p:cNvPr>
          <p:cNvSpPr>
            <a:spLocks noChangeShapeType="1"/>
          </p:cNvSpPr>
          <p:nvPr/>
        </p:nvSpPr>
        <p:spPr bwMode="auto">
          <a:xfrm>
            <a:off x="155575" y="241935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a:latin typeface="Arial" charset="0"/>
            </a:endParaRPr>
          </a:p>
        </p:txBody>
      </p:sp>
      <p:sp>
        <p:nvSpPr>
          <p:cNvPr id="10" name="Rectangle 9">
            <a:extLst>
              <a:ext uri="{FF2B5EF4-FFF2-40B4-BE49-F238E27FC236}">
                <a16:creationId xmlns:a16="http://schemas.microsoft.com/office/drawing/2014/main" id="{10D6DA57-2493-E0C3-1642-E350BCC01081}"/>
              </a:ext>
            </a:extLst>
          </p:cNvPr>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dirty="0">
              <a:latin typeface="Arial" charset="0"/>
            </a:endParaRPr>
          </a:p>
        </p:txBody>
      </p:sp>
      <p:sp>
        <p:nvSpPr>
          <p:cNvPr id="11" name="Oval 10">
            <a:extLst>
              <a:ext uri="{FF2B5EF4-FFF2-40B4-BE49-F238E27FC236}">
                <a16:creationId xmlns:a16="http://schemas.microsoft.com/office/drawing/2014/main" id="{6DD27A30-2FB0-BF9D-ECED-99B383C48D81}"/>
              </a:ext>
            </a:extLst>
          </p:cNvPr>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2" name="Oval 11">
            <a:extLst>
              <a:ext uri="{FF2B5EF4-FFF2-40B4-BE49-F238E27FC236}">
                <a16:creationId xmlns:a16="http://schemas.microsoft.com/office/drawing/2014/main" id="{5BB455CC-5313-AE7F-7389-28A7DE2D6415}"/>
              </a:ext>
            </a:extLst>
          </p:cNvPr>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685800" y="381000"/>
            <a:ext cx="7772400" cy="1752600"/>
          </a:xfrm>
        </p:spPr>
        <p:txBody>
          <a:bodyPr/>
          <a:lstStyle>
            <a:lvl1pPr>
              <a:defRPr sz="4200">
                <a:solidFill>
                  <a:schemeClr val="accent1"/>
                </a:solidFill>
              </a:defRPr>
            </a:lvl1pPr>
          </a:lstStyle>
          <a:p>
            <a:r>
              <a:rPr lang="en-US"/>
              <a:t>Click to edit Master title style</a:t>
            </a:r>
          </a:p>
        </p:txBody>
      </p:sp>
      <p:sp>
        <p:nvSpPr>
          <p:cNvPr id="13" name="Date Placeholder 27">
            <a:extLst>
              <a:ext uri="{FF2B5EF4-FFF2-40B4-BE49-F238E27FC236}">
                <a16:creationId xmlns:a16="http://schemas.microsoft.com/office/drawing/2014/main" id="{DED5AF45-5AA8-F74A-C49A-0D63FDB352CE}"/>
              </a:ext>
            </a:extLst>
          </p:cNvPr>
          <p:cNvSpPr>
            <a:spLocks noGrp="1"/>
          </p:cNvSpPr>
          <p:nvPr>
            <p:ph type="dt" sz="half" idx="10"/>
          </p:nvPr>
        </p:nvSpPr>
        <p:spPr/>
        <p:txBody>
          <a:bodyPr/>
          <a:lstStyle>
            <a:lvl1pPr>
              <a:defRPr/>
            </a:lvl1pPr>
          </a:lstStyle>
          <a:p>
            <a:pPr>
              <a:defRPr/>
            </a:pPr>
            <a:endParaRPr lang="en-US"/>
          </a:p>
        </p:txBody>
      </p:sp>
      <p:sp>
        <p:nvSpPr>
          <p:cNvPr id="14" name="Footer Placeholder 16">
            <a:extLst>
              <a:ext uri="{FF2B5EF4-FFF2-40B4-BE49-F238E27FC236}">
                <a16:creationId xmlns:a16="http://schemas.microsoft.com/office/drawing/2014/main" id="{467271F1-5AE6-DBBA-FE17-66DC9D8858DF}"/>
              </a:ext>
            </a:extLst>
          </p:cNvPr>
          <p:cNvSpPr>
            <a:spLocks noGrp="1"/>
          </p:cNvSpPr>
          <p:nvPr>
            <p:ph type="ftr" sz="quarter" idx="11"/>
          </p:nvPr>
        </p:nvSpPr>
        <p:spPr/>
        <p:txBody>
          <a:bodyPr/>
          <a:lstStyle>
            <a:lvl1pPr>
              <a:defRPr/>
            </a:lvl1pPr>
          </a:lstStyle>
          <a:p>
            <a:pPr>
              <a:defRPr/>
            </a:pPr>
            <a:endParaRPr lang="en-US"/>
          </a:p>
        </p:txBody>
      </p:sp>
      <p:sp>
        <p:nvSpPr>
          <p:cNvPr id="15" name="Slide Number Placeholder 28">
            <a:extLst>
              <a:ext uri="{FF2B5EF4-FFF2-40B4-BE49-F238E27FC236}">
                <a16:creationId xmlns:a16="http://schemas.microsoft.com/office/drawing/2014/main" id="{90845245-F016-B9A0-3C77-B2570F6A41C0}"/>
              </a:ext>
            </a:extLst>
          </p:cNvPr>
          <p:cNvSpPr>
            <a:spLocks noGrp="1"/>
          </p:cNvSpPr>
          <p:nvPr>
            <p:ph type="sldNum" sz="quarter" idx="12"/>
          </p:nvPr>
        </p:nvSpPr>
        <p:spPr>
          <a:xfrm>
            <a:off x="4343400" y="2198688"/>
            <a:ext cx="457200" cy="441325"/>
          </a:xfrm>
        </p:spPr>
        <p:txBody>
          <a:bodyPr/>
          <a:lstStyle>
            <a:lvl1pPr>
              <a:defRPr smtClean="0"/>
            </a:lvl1pPr>
          </a:lstStyle>
          <a:p>
            <a:pPr>
              <a:defRPr/>
            </a:pPr>
            <a:fld id="{1B2F008D-E300-4498-83B0-D951DA33F267}" type="slidenum">
              <a:rPr lang="en-US" altLang="en-US"/>
              <a:pPr>
                <a:defRPr/>
              </a:pPr>
              <a:t>‹#›</a:t>
            </a:fld>
            <a:endParaRPr lang="en-US" altLang="en-US"/>
          </a:p>
        </p:txBody>
      </p:sp>
    </p:spTree>
    <p:extLst>
      <p:ext uri="{BB962C8B-B14F-4D97-AF65-F5344CB8AC3E}">
        <p14:creationId xmlns:p14="http://schemas.microsoft.com/office/powerpoint/2010/main" val="248933704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a:t>Click to edit Master title style</a:t>
            </a:r>
          </a:p>
        </p:txBody>
      </p:sp>
      <p:sp>
        <p:nvSpPr>
          <p:cNvPr id="8" name="Content Placeholder 7"/>
          <p:cNvSpPr>
            <a:spLocks noGrp="1"/>
          </p:cNvSpPr>
          <p:nvPr>
            <p:ph sz="quarter" idx="1"/>
          </p:nvPr>
        </p:nvSpPr>
        <p:spPr>
          <a:xfrm>
            <a:off x="301752" y="1527048"/>
            <a:ext cx="850392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3">
            <a:extLst>
              <a:ext uri="{FF2B5EF4-FFF2-40B4-BE49-F238E27FC236}">
                <a16:creationId xmlns:a16="http://schemas.microsoft.com/office/drawing/2014/main" id="{55619B0D-1F64-6DA4-4208-F19E65EA8E24}"/>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407E57A1-796F-0369-C008-C919E10F846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439B46B7-396C-7CD8-C09C-D08FD0E88F22}"/>
              </a:ext>
            </a:extLst>
          </p:cNvPr>
          <p:cNvSpPr>
            <a:spLocks noGrp="1"/>
          </p:cNvSpPr>
          <p:nvPr>
            <p:ph type="sldNum" sz="quarter" idx="12"/>
          </p:nvPr>
        </p:nvSpPr>
        <p:spPr>
          <a:xfrm>
            <a:off x="4362450" y="1027113"/>
            <a:ext cx="457200" cy="441325"/>
          </a:xfrm>
        </p:spPr>
        <p:txBody>
          <a:bodyPr/>
          <a:lstStyle>
            <a:lvl1pPr>
              <a:defRPr smtClean="0"/>
            </a:lvl1pPr>
          </a:lstStyle>
          <a:p>
            <a:pPr>
              <a:defRPr/>
            </a:pPr>
            <a:fld id="{11E9174B-8ED4-4736-A721-5E38AD94BC81}" type="slidenum">
              <a:rPr lang="en-US" altLang="en-US"/>
              <a:pPr>
                <a:defRPr/>
              </a:pPr>
              <a:t>‹#›</a:t>
            </a:fld>
            <a:endParaRPr lang="en-US" altLang="en-US"/>
          </a:p>
        </p:txBody>
      </p:sp>
    </p:spTree>
    <p:extLst>
      <p:ext uri="{BB962C8B-B14F-4D97-AF65-F5344CB8AC3E}">
        <p14:creationId xmlns:p14="http://schemas.microsoft.com/office/powerpoint/2010/main" val="4022816371"/>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9D1A747C-AB26-E824-D7FA-4EF1868E1CB5}"/>
              </a:ext>
            </a:extLst>
          </p:cNvPr>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5" name="Rectangle 3">
            <a:extLst>
              <a:ext uri="{FF2B5EF4-FFF2-40B4-BE49-F238E27FC236}">
                <a16:creationId xmlns:a16="http://schemas.microsoft.com/office/drawing/2014/main" id="{C6CED9FC-F64C-5D83-15CD-9BA8E6317F8B}"/>
              </a:ext>
            </a:extLst>
          </p:cNvPr>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6" name="Rectangle 4">
            <a:extLst>
              <a:ext uri="{FF2B5EF4-FFF2-40B4-BE49-F238E27FC236}">
                <a16:creationId xmlns:a16="http://schemas.microsoft.com/office/drawing/2014/main" id="{220CFA5F-0275-B5C3-6E8F-3BCCB564BA98}"/>
              </a:ext>
            </a:extLst>
          </p:cNvPr>
          <p:cNvSpPr>
            <a:spLocks noChangeArrowheads="1"/>
          </p:cNvSpPr>
          <p:nvPr/>
        </p:nvSpPr>
        <p:spPr bwMode="white">
          <a:xfrm>
            <a:off x="0" y="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7" name="Rectangle 5">
            <a:extLst>
              <a:ext uri="{FF2B5EF4-FFF2-40B4-BE49-F238E27FC236}">
                <a16:creationId xmlns:a16="http://schemas.microsoft.com/office/drawing/2014/main" id="{CB1D201A-81B9-3BBC-C5D8-952DC43F52E1}"/>
              </a:ext>
            </a:extLst>
          </p:cNvPr>
          <p:cNvSpPr>
            <a:spLocks noChangeArrowheads="1"/>
          </p:cNvSpPr>
          <p:nvPr/>
        </p:nvSpPr>
        <p:spPr bwMode="white">
          <a:xfrm>
            <a:off x="8991600" y="1905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8" name="Rectangle 6">
            <a:extLst>
              <a:ext uri="{FF2B5EF4-FFF2-40B4-BE49-F238E27FC236}">
                <a16:creationId xmlns:a16="http://schemas.microsoft.com/office/drawing/2014/main" id="{A814F2E6-1232-C527-8776-94D786EA793F}"/>
              </a:ext>
            </a:extLst>
          </p:cNvPr>
          <p:cNvSpPr>
            <a:spLocks noChangeArrowheads="1"/>
          </p:cNvSpPr>
          <p:nvPr/>
        </p:nvSpPr>
        <p:spPr bwMode="white">
          <a:xfrm>
            <a:off x="152400" y="2286000"/>
            <a:ext cx="8832850" cy="3048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9" name="Rectangle 10">
            <a:extLst>
              <a:ext uri="{FF2B5EF4-FFF2-40B4-BE49-F238E27FC236}">
                <a16:creationId xmlns:a16="http://schemas.microsoft.com/office/drawing/2014/main" id="{D567C1E7-ED22-EDC7-3714-4429D8454042}"/>
              </a:ext>
            </a:extLst>
          </p:cNvPr>
          <p:cNvSpPr>
            <a:spLocks noChangeArrowheads="1"/>
          </p:cNvSpPr>
          <p:nvPr/>
        </p:nvSpPr>
        <p:spPr bwMode="auto">
          <a:xfrm>
            <a:off x="155575" y="142875"/>
            <a:ext cx="8832850" cy="213995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10" name="Rectangle 9">
            <a:extLst>
              <a:ext uri="{FF2B5EF4-FFF2-40B4-BE49-F238E27FC236}">
                <a16:creationId xmlns:a16="http://schemas.microsoft.com/office/drawing/2014/main" id="{50BF5DFF-4A6D-49FB-15D8-A03BDAFAC331}"/>
              </a:ext>
            </a:extLst>
          </p:cNvPr>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a:latin typeface="Arial" charset="0"/>
            </a:endParaRPr>
          </a:p>
        </p:txBody>
      </p:sp>
      <p:sp>
        <p:nvSpPr>
          <p:cNvPr id="11" name="Rectangle 10">
            <a:extLst>
              <a:ext uri="{FF2B5EF4-FFF2-40B4-BE49-F238E27FC236}">
                <a16:creationId xmlns:a16="http://schemas.microsoft.com/office/drawing/2014/main" id="{CCA10C12-1168-FF8F-8AE1-895EFB89FA1A}"/>
              </a:ext>
            </a:extLst>
          </p:cNvPr>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dirty="0">
              <a:latin typeface="Arial" charset="0"/>
            </a:endParaRPr>
          </a:p>
        </p:txBody>
      </p:sp>
      <p:sp>
        <p:nvSpPr>
          <p:cNvPr id="12" name="Straight Connector 11">
            <a:extLst>
              <a:ext uri="{FF2B5EF4-FFF2-40B4-BE49-F238E27FC236}">
                <a16:creationId xmlns:a16="http://schemas.microsoft.com/office/drawing/2014/main" id="{C7F6A7E5-F7BA-1526-988C-BB9D2B8050FF}"/>
              </a:ext>
            </a:extLst>
          </p:cNvPr>
          <p:cNvSpPr>
            <a:spLocks noChangeShapeType="1"/>
          </p:cNvSpPr>
          <p:nvPr/>
        </p:nvSpPr>
        <p:spPr bwMode="auto">
          <a:xfrm>
            <a:off x="152400" y="2438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a:latin typeface="Arial" charset="0"/>
            </a:endParaRPr>
          </a:p>
        </p:txBody>
      </p:sp>
      <p:sp>
        <p:nvSpPr>
          <p:cNvPr id="13" name="Oval 12">
            <a:extLst>
              <a:ext uri="{FF2B5EF4-FFF2-40B4-BE49-F238E27FC236}">
                <a16:creationId xmlns:a16="http://schemas.microsoft.com/office/drawing/2014/main" id="{66DD2089-234A-2910-6446-885D00DAE31F}"/>
              </a:ext>
            </a:extLst>
          </p:cNvPr>
          <p:cNvSpPr/>
          <p:nvPr/>
        </p:nvSpPr>
        <p:spPr>
          <a:xfrm>
            <a:off x="4267200" y="211455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4" name="Oval 13">
            <a:extLst>
              <a:ext uri="{FF2B5EF4-FFF2-40B4-BE49-F238E27FC236}">
                <a16:creationId xmlns:a16="http://schemas.microsoft.com/office/drawing/2014/main" id="{7A90D37D-725F-E8C5-9682-6E4768BBD79B}"/>
              </a:ext>
            </a:extLst>
          </p:cNvPr>
          <p:cNvSpPr/>
          <p:nvPr/>
        </p:nvSpPr>
        <p:spPr>
          <a:xfrm>
            <a:off x="4362450" y="2209800"/>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Text Placeholder 2"/>
          <p:cNvSpPr>
            <a:spLocks noGrp="1"/>
          </p:cNvSpPr>
          <p:nvPr>
            <p:ph type="body" idx="1"/>
          </p:nvPr>
        </p:nvSpPr>
        <p:spPr>
          <a:xfrm>
            <a:off x="1368426" y="2743200"/>
            <a:ext cx="6480174" cy="1673225"/>
          </a:xfrm>
        </p:spPr>
        <p:txBody>
          <a:bodyPr/>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722313" y="533400"/>
            <a:ext cx="7772400" cy="1524000"/>
          </a:xfrm>
        </p:spPr>
        <p:txBody>
          <a:bodyPr/>
          <a:lstStyle>
            <a:lvl1pPr algn="ctr">
              <a:buNone/>
              <a:defRPr sz="4200" b="0" cap="none" baseline="0">
                <a:solidFill>
                  <a:srgbClr val="FFFFFF"/>
                </a:solidFill>
              </a:defRPr>
            </a:lvl1pPr>
          </a:lstStyle>
          <a:p>
            <a:r>
              <a:rPr lang="en-US"/>
              <a:t>Click to edit Master title style</a:t>
            </a:r>
          </a:p>
        </p:txBody>
      </p:sp>
      <p:sp>
        <p:nvSpPr>
          <p:cNvPr id="15" name="Footer Placeholder 4">
            <a:extLst>
              <a:ext uri="{FF2B5EF4-FFF2-40B4-BE49-F238E27FC236}">
                <a16:creationId xmlns:a16="http://schemas.microsoft.com/office/drawing/2014/main" id="{77D4B0F1-ED33-6D08-341B-BB7EEC405869}"/>
              </a:ext>
            </a:extLst>
          </p:cNvPr>
          <p:cNvSpPr>
            <a:spLocks noGrp="1"/>
          </p:cNvSpPr>
          <p:nvPr>
            <p:ph type="ftr" sz="quarter" idx="10"/>
          </p:nvPr>
        </p:nvSpPr>
        <p:spPr/>
        <p:txBody>
          <a:bodyPr/>
          <a:lstStyle>
            <a:lvl1pPr>
              <a:defRPr/>
            </a:lvl1pPr>
          </a:lstStyle>
          <a:p>
            <a:pPr>
              <a:defRPr/>
            </a:pPr>
            <a:endParaRPr lang="en-US"/>
          </a:p>
        </p:txBody>
      </p:sp>
      <p:sp>
        <p:nvSpPr>
          <p:cNvPr id="16" name="Date Placeholder 3">
            <a:extLst>
              <a:ext uri="{FF2B5EF4-FFF2-40B4-BE49-F238E27FC236}">
                <a16:creationId xmlns:a16="http://schemas.microsoft.com/office/drawing/2014/main" id="{29774C03-8191-7036-AF35-7209F6191D4B}"/>
              </a:ext>
            </a:extLst>
          </p:cNvPr>
          <p:cNvSpPr>
            <a:spLocks noGrp="1"/>
          </p:cNvSpPr>
          <p:nvPr>
            <p:ph type="dt" sz="half" idx="11"/>
          </p:nvPr>
        </p:nvSpPr>
        <p:spPr/>
        <p:txBody>
          <a:bodyPr/>
          <a:lstStyle>
            <a:lvl1pPr>
              <a:defRPr/>
            </a:lvl1pPr>
          </a:lstStyle>
          <a:p>
            <a:pPr>
              <a:defRPr/>
            </a:pPr>
            <a:endParaRPr lang="en-US"/>
          </a:p>
        </p:txBody>
      </p:sp>
      <p:sp>
        <p:nvSpPr>
          <p:cNvPr id="17" name="Slide Number Placeholder 5">
            <a:extLst>
              <a:ext uri="{FF2B5EF4-FFF2-40B4-BE49-F238E27FC236}">
                <a16:creationId xmlns:a16="http://schemas.microsoft.com/office/drawing/2014/main" id="{CCE781B5-0930-3597-879B-9444C54910A0}"/>
              </a:ext>
            </a:extLst>
          </p:cNvPr>
          <p:cNvSpPr>
            <a:spLocks noGrp="1"/>
          </p:cNvSpPr>
          <p:nvPr>
            <p:ph type="sldNum" sz="quarter" idx="12"/>
          </p:nvPr>
        </p:nvSpPr>
        <p:spPr>
          <a:xfrm>
            <a:off x="4343400" y="2198688"/>
            <a:ext cx="457200" cy="441325"/>
          </a:xfrm>
        </p:spPr>
        <p:txBody>
          <a:bodyPr/>
          <a:lstStyle>
            <a:lvl1pPr>
              <a:defRPr smtClean="0"/>
            </a:lvl1pPr>
          </a:lstStyle>
          <a:p>
            <a:pPr>
              <a:defRPr/>
            </a:pPr>
            <a:fld id="{7E515AD1-0FF0-4F14-B6BC-72BA1C2348E0}" type="slidenum">
              <a:rPr lang="en-US" altLang="en-US"/>
              <a:pPr>
                <a:defRPr/>
              </a:pPr>
              <a:t>‹#›</a:t>
            </a:fld>
            <a:endParaRPr lang="en-US" altLang="en-US"/>
          </a:p>
        </p:txBody>
      </p:sp>
    </p:spTree>
    <p:extLst>
      <p:ext uri="{BB962C8B-B14F-4D97-AF65-F5344CB8AC3E}">
        <p14:creationId xmlns:p14="http://schemas.microsoft.com/office/powerpoint/2010/main" val="254751698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2"/>
        </a:solidFill>
        <a:effectLst/>
      </p:bgPr>
    </p:bg>
    <p:spTree>
      <p:nvGrpSpPr>
        <p:cNvPr id="1" name=""/>
        <p:cNvGrpSpPr/>
        <p:nvPr/>
      </p:nvGrpSpPr>
      <p:grpSpPr>
        <a:xfrm>
          <a:off x="0" y="0"/>
          <a:ext cx="0" cy="0"/>
          <a:chOff x="0" y="0"/>
          <a:chExt cx="0" cy="0"/>
        </a:xfrm>
      </p:grpSpPr>
      <p:sp>
        <p:nvSpPr>
          <p:cNvPr id="3" name="Straight Connector 1">
            <a:extLst>
              <a:ext uri="{FF2B5EF4-FFF2-40B4-BE49-F238E27FC236}">
                <a16:creationId xmlns:a16="http://schemas.microsoft.com/office/drawing/2014/main" id="{8B520BE4-1AE6-9AB8-4850-E82D4A1E7877}"/>
              </a:ext>
            </a:extLst>
          </p:cNvPr>
          <p:cNvSpPr>
            <a:spLocks noChangeShapeType="1"/>
          </p:cNvSpPr>
          <p:nvPr/>
        </p:nvSpPr>
        <p:spPr bwMode="auto">
          <a:xfrm flipV="1">
            <a:off x="4562475" y="1576388"/>
            <a:ext cx="9525" cy="4818062"/>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Title 1"/>
          <p:cNvSpPr>
            <a:spLocks noGrp="1"/>
          </p:cNvSpPr>
          <p:nvPr>
            <p:ph type="title"/>
          </p:nvPr>
        </p:nvSpPr>
        <p:spPr>
          <a:xfrm>
            <a:off x="301752" y="228600"/>
            <a:ext cx="8534400" cy="758952"/>
          </a:xfrm>
        </p:spPr>
        <p:txBody>
          <a:bodyPr/>
          <a:lstStyle/>
          <a:p>
            <a:r>
              <a:rPr lang="en-US"/>
              <a:t>Click to edit Master title style</a:t>
            </a:r>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4">
            <a:extLst>
              <a:ext uri="{FF2B5EF4-FFF2-40B4-BE49-F238E27FC236}">
                <a16:creationId xmlns:a16="http://schemas.microsoft.com/office/drawing/2014/main" id="{594F5E14-CE50-E772-5261-4FE6828AF7A8}"/>
              </a:ext>
            </a:extLst>
          </p:cNvPr>
          <p:cNvSpPr>
            <a:spLocks noGrp="1"/>
          </p:cNvSpPr>
          <p:nvPr>
            <p:ph type="dt" sz="half" idx="10"/>
          </p:nvPr>
        </p:nvSpPr>
        <p:spPr>
          <a:xfrm>
            <a:off x="5791200" y="6410325"/>
            <a:ext cx="3044825" cy="365125"/>
          </a:xfrm>
        </p:spPr>
        <p:txBody>
          <a:bodyPr/>
          <a:lstStyle>
            <a:lvl1pPr>
              <a:defRPr/>
            </a:lvl1pPr>
          </a:lstStyle>
          <a:p>
            <a:pPr>
              <a:defRPr/>
            </a:pPr>
            <a:endParaRPr lang="en-US"/>
          </a:p>
        </p:txBody>
      </p:sp>
      <p:sp>
        <p:nvSpPr>
          <p:cNvPr id="5" name="Footer Placeholder 5">
            <a:extLst>
              <a:ext uri="{FF2B5EF4-FFF2-40B4-BE49-F238E27FC236}">
                <a16:creationId xmlns:a16="http://schemas.microsoft.com/office/drawing/2014/main" id="{98597DF1-C71C-AAAE-8DF7-0BCDC8A89B1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6">
            <a:extLst>
              <a:ext uri="{FF2B5EF4-FFF2-40B4-BE49-F238E27FC236}">
                <a16:creationId xmlns:a16="http://schemas.microsoft.com/office/drawing/2014/main" id="{4546FFDB-1AF7-54F7-4A4A-61A0281F7B9F}"/>
              </a:ext>
            </a:extLst>
          </p:cNvPr>
          <p:cNvSpPr>
            <a:spLocks noGrp="1"/>
          </p:cNvSpPr>
          <p:nvPr>
            <p:ph type="sldNum" sz="quarter" idx="12"/>
          </p:nvPr>
        </p:nvSpPr>
        <p:spPr/>
        <p:txBody>
          <a:bodyPr/>
          <a:lstStyle>
            <a:lvl1pPr>
              <a:defRPr smtClean="0"/>
            </a:lvl1pPr>
          </a:lstStyle>
          <a:p>
            <a:pPr>
              <a:defRPr/>
            </a:pPr>
            <a:fld id="{4839E247-481B-4CA6-AEEA-1F55AB7C9FFB}" type="slidenum">
              <a:rPr lang="en-US" altLang="en-US"/>
              <a:pPr>
                <a:defRPr/>
              </a:pPr>
              <a:t>‹#›</a:t>
            </a:fld>
            <a:endParaRPr lang="en-US" altLang="en-US"/>
          </a:p>
        </p:txBody>
      </p:sp>
    </p:spTree>
    <p:extLst>
      <p:ext uri="{BB962C8B-B14F-4D97-AF65-F5344CB8AC3E}">
        <p14:creationId xmlns:p14="http://schemas.microsoft.com/office/powerpoint/2010/main" val="3640710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solidFill>
          <a:schemeClr val="bg2"/>
        </a:solidFill>
        <a:effectLst/>
      </p:bgPr>
    </p:bg>
    <p:spTree>
      <p:nvGrpSpPr>
        <p:cNvPr id="1" name=""/>
        <p:cNvGrpSpPr/>
        <p:nvPr/>
      </p:nvGrpSpPr>
      <p:grpSpPr>
        <a:xfrm>
          <a:off x="0" y="0"/>
          <a:ext cx="0" cy="0"/>
          <a:chOff x="0" y="0"/>
          <a:chExt cx="0" cy="0"/>
        </a:xfrm>
      </p:grpSpPr>
      <p:sp>
        <p:nvSpPr>
          <p:cNvPr id="2" name="Straight Connector 1">
            <a:extLst>
              <a:ext uri="{FF2B5EF4-FFF2-40B4-BE49-F238E27FC236}">
                <a16:creationId xmlns:a16="http://schemas.microsoft.com/office/drawing/2014/main" id="{4255D7B7-FD9B-A743-6896-8E98A4291C44}"/>
              </a:ext>
            </a:extLst>
          </p:cNvPr>
          <p:cNvSpPr>
            <a:spLocks noChangeShapeType="1"/>
          </p:cNvSpPr>
          <p:nvPr/>
        </p:nvSpPr>
        <p:spPr bwMode="auto">
          <a:xfrm flipV="1">
            <a:off x="4572000" y="2200275"/>
            <a:ext cx="0" cy="4187825"/>
          </a:xfrm>
          <a:prstGeom prst="line">
            <a:avLst/>
          </a:prstGeom>
          <a:noFill/>
          <a:ln w="9525" algn="ctr">
            <a:solidFill>
              <a:schemeClr val="tx2"/>
            </a:solidFill>
            <a:prstDash val="sysDash"/>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 name="Rectangle 3">
            <a:extLst>
              <a:ext uri="{FF2B5EF4-FFF2-40B4-BE49-F238E27FC236}">
                <a16:creationId xmlns:a16="http://schemas.microsoft.com/office/drawing/2014/main" id="{69F12600-A3EF-020D-0173-BA5140981A00}"/>
              </a:ext>
            </a:extLst>
          </p:cNvPr>
          <p:cNvSpPr>
            <a:spLocks noChangeArrowheads="1"/>
          </p:cNvSpPr>
          <p:nvPr/>
        </p:nvSpPr>
        <p:spPr bwMode="white">
          <a:xfrm>
            <a:off x="0" y="0"/>
            <a:ext cx="9144000" cy="14478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6" name="Rectangle 4">
            <a:extLst>
              <a:ext uri="{FF2B5EF4-FFF2-40B4-BE49-F238E27FC236}">
                <a16:creationId xmlns:a16="http://schemas.microsoft.com/office/drawing/2014/main" id="{CE91B248-CD68-F3D3-E95A-A8A35A491345}"/>
              </a:ext>
            </a:extLst>
          </p:cNvPr>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7" name="Rectangle 5">
            <a:extLst>
              <a:ext uri="{FF2B5EF4-FFF2-40B4-BE49-F238E27FC236}">
                <a16:creationId xmlns:a16="http://schemas.microsoft.com/office/drawing/2014/main" id="{E0DD2DBA-4141-AA7E-2D00-99E354DB1BDF}"/>
              </a:ext>
            </a:extLst>
          </p:cNvPr>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8" name="Rectangle 6">
            <a:extLst>
              <a:ext uri="{FF2B5EF4-FFF2-40B4-BE49-F238E27FC236}">
                <a16:creationId xmlns:a16="http://schemas.microsoft.com/office/drawing/2014/main" id="{79C0B710-4E79-25D9-23F7-3939F531F193}"/>
              </a:ext>
            </a:extLst>
          </p:cNvPr>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9" name="Rectangle 8">
            <a:extLst>
              <a:ext uri="{FF2B5EF4-FFF2-40B4-BE49-F238E27FC236}">
                <a16:creationId xmlns:a16="http://schemas.microsoft.com/office/drawing/2014/main" id="{E26D95D8-DB3B-C96B-7C5F-91DCA3385F78}"/>
              </a:ext>
            </a:extLst>
          </p:cNvPr>
          <p:cNvSpPr/>
          <p:nvPr/>
        </p:nvSpPr>
        <p:spPr>
          <a:xfrm>
            <a:off x="152400" y="1371600"/>
            <a:ext cx="8832850"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27F9993F-FD49-4554-7A83-111360C18769}"/>
              </a:ext>
            </a:extLst>
          </p:cNvPr>
          <p:cNvSpPr>
            <a:spLocks noChangeArrowheads="1"/>
          </p:cNvSpPr>
          <p:nvPr/>
        </p:nvSpPr>
        <p:spPr bwMode="auto">
          <a:xfrm>
            <a:off x="146050" y="6391275"/>
            <a:ext cx="8832850" cy="31115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a:latin typeface="Arial" charset="0"/>
            </a:endParaRPr>
          </a:p>
        </p:txBody>
      </p:sp>
      <p:sp>
        <p:nvSpPr>
          <p:cNvPr id="11" name="Straight Connector 10">
            <a:extLst>
              <a:ext uri="{FF2B5EF4-FFF2-40B4-BE49-F238E27FC236}">
                <a16:creationId xmlns:a16="http://schemas.microsoft.com/office/drawing/2014/main" id="{4D98AD8D-D4C4-6051-7499-AFA05B4CECD6}"/>
              </a:ext>
            </a:extLst>
          </p:cNvPr>
          <p:cNvSpPr>
            <a:spLocks noChangeShapeType="1"/>
          </p:cNvSpPr>
          <p:nvPr/>
        </p:nvSpPr>
        <p:spPr bwMode="auto">
          <a:xfrm>
            <a:off x="152400" y="1279525"/>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a:latin typeface="Arial" charset="0"/>
            </a:endParaRPr>
          </a:p>
        </p:txBody>
      </p:sp>
      <p:sp>
        <p:nvSpPr>
          <p:cNvPr id="12" name="Rectangle 11">
            <a:extLst>
              <a:ext uri="{FF2B5EF4-FFF2-40B4-BE49-F238E27FC236}">
                <a16:creationId xmlns:a16="http://schemas.microsoft.com/office/drawing/2014/main" id="{C2A5E9FD-5A3F-6A25-4D52-DA224B0ECE6F}"/>
              </a:ext>
            </a:extLst>
          </p:cNvPr>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dirty="0">
              <a:latin typeface="Arial" charset="0"/>
            </a:endParaRPr>
          </a:p>
        </p:txBody>
      </p:sp>
      <p:sp>
        <p:nvSpPr>
          <p:cNvPr id="13" name="Oval 12">
            <a:extLst>
              <a:ext uri="{FF2B5EF4-FFF2-40B4-BE49-F238E27FC236}">
                <a16:creationId xmlns:a16="http://schemas.microsoft.com/office/drawing/2014/main" id="{7FC206E7-93AB-1978-10A0-AC0E11A4E106}"/>
              </a:ext>
            </a:extLst>
          </p:cNvPr>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4" name="Oval 13">
            <a:extLst>
              <a:ext uri="{FF2B5EF4-FFF2-40B4-BE49-F238E27FC236}">
                <a16:creationId xmlns:a16="http://schemas.microsoft.com/office/drawing/2014/main" id="{7906AA5D-9DBE-183B-A045-12FAD2C99FA3}"/>
              </a:ext>
            </a:extLst>
          </p:cNvPr>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24" name="Content Placeholder 23"/>
          <p:cNvSpPr>
            <a:spLocks noGrp="1"/>
          </p:cNvSpPr>
          <p:nvPr>
            <p:ph sz="quarter" idx="2"/>
          </p:nvPr>
        </p:nvSpPr>
        <p:spPr>
          <a:xfrm>
            <a:off x="301752" y="2471383"/>
            <a:ext cx="4041648" cy="38184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p:cNvSpPr>
            <a:spLocks noGrp="1"/>
          </p:cNvSpPr>
          <p:nvPr>
            <p:ph sz="quarter" idx="4"/>
          </p:nvPr>
        </p:nvSpPr>
        <p:spPr>
          <a:xfrm>
            <a:off x="4800600" y="2471383"/>
            <a:ext cx="4038600" cy="3822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22"/>
          <p:cNvSpPr>
            <a:spLocks noGrp="1"/>
          </p:cNvSpPr>
          <p:nvPr>
            <p:ph type="title"/>
          </p:nvPr>
        </p:nvSpPr>
        <p:spPr/>
        <p:txBody>
          <a:bodyPr rtlCol="0"/>
          <a:lstStyle/>
          <a:p>
            <a:r>
              <a:rPr lang="en-US"/>
              <a:t>Click to edit Master title style</a:t>
            </a:r>
          </a:p>
        </p:txBody>
      </p:sp>
      <p:sp>
        <p:nvSpPr>
          <p:cNvPr id="15" name="Date Placeholder 6">
            <a:extLst>
              <a:ext uri="{FF2B5EF4-FFF2-40B4-BE49-F238E27FC236}">
                <a16:creationId xmlns:a16="http://schemas.microsoft.com/office/drawing/2014/main" id="{4AFBBF80-F799-0FF8-3830-143D9214A186}"/>
              </a:ext>
            </a:extLst>
          </p:cNvPr>
          <p:cNvSpPr>
            <a:spLocks noGrp="1"/>
          </p:cNvSpPr>
          <p:nvPr>
            <p:ph type="dt" sz="half" idx="10"/>
          </p:nvPr>
        </p:nvSpPr>
        <p:spPr/>
        <p:txBody>
          <a:bodyPr/>
          <a:lstStyle>
            <a:lvl1pPr>
              <a:defRPr/>
            </a:lvl1pPr>
          </a:lstStyle>
          <a:p>
            <a:pPr>
              <a:defRPr/>
            </a:pPr>
            <a:endParaRPr lang="en-US"/>
          </a:p>
        </p:txBody>
      </p:sp>
      <p:sp>
        <p:nvSpPr>
          <p:cNvPr id="16" name="Footer Placeholder 7">
            <a:extLst>
              <a:ext uri="{FF2B5EF4-FFF2-40B4-BE49-F238E27FC236}">
                <a16:creationId xmlns:a16="http://schemas.microsoft.com/office/drawing/2014/main" id="{BB9D1E49-A59A-5AEF-A96F-1745FD5EB2FE}"/>
              </a:ext>
            </a:extLst>
          </p:cNvPr>
          <p:cNvSpPr>
            <a:spLocks noGrp="1"/>
          </p:cNvSpPr>
          <p:nvPr>
            <p:ph type="ftr" sz="quarter" idx="11"/>
          </p:nvPr>
        </p:nvSpPr>
        <p:spPr>
          <a:xfrm>
            <a:off x="304800" y="6410325"/>
            <a:ext cx="3581400" cy="365125"/>
          </a:xfrm>
        </p:spPr>
        <p:txBody>
          <a:bodyPr/>
          <a:lstStyle>
            <a:lvl1pPr>
              <a:defRPr/>
            </a:lvl1pPr>
          </a:lstStyle>
          <a:p>
            <a:pPr>
              <a:defRPr/>
            </a:pPr>
            <a:endParaRPr lang="en-US"/>
          </a:p>
        </p:txBody>
      </p:sp>
      <p:sp>
        <p:nvSpPr>
          <p:cNvPr id="17" name="Slide Number Placeholder 8">
            <a:extLst>
              <a:ext uri="{FF2B5EF4-FFF2-40B4-BE49-F238E27FC236}">
                <a16:creationId xmlns:a16="http://schemas.microsoft.com/office/drawing/2014/main" id="{E6F075E5-8BDA-96FB-3777-ACE374D8F45E}"/>
              </a:ext>
            </a:extLst>
          </p:cNvPr>
          <p:cNvSpPr>
            <a:spLocks noGrp="1"/>
          </p:cNvSpPr>
          <p:nvPr>
            <p:ph type="sldNum" sz="quarter" idx="12"/>
          </p:nvPr>
        </p:nvSpPr>
        <p:spPr>
          <a:xfrm>
            <a:off x="4343400" y="1042988"/>
            <a:ext cx="457200" cy="441325"/>
          </a:xfrm>
        </p:spPr>
        <p:txBody>
          <a:bodyPr/>
          <a:lstStyle>
            <a:lvl1pPr>
              <a:defRPr smtClean="0"/>
            </a:lvl1pPr>
          </a:lstStyle>
          <a:p>
            <a:pPr>
              <a:defRPr/>
            </a:pPr>
            <a:fld id="{D39DB880-3B99-4EA6-9734-BD2E360C3A9F}" type="slidenum">
              <a:rPr lang="en-US" altLang="en-US"/>
              <a:pPr>
                <a:defRPr/>
              </a:pPr>
              <a:t>‹#›</a:t>
            </a:fld>
            <a:endParaRPr lang="en-US" altLang="en-US"/>
          </a:p>
        </p:txBody>
      </p:sp>
    </p:spTree>
    <p:extLst>
      <p:ext uri="{BB962C8B-B14F-4D97-AF65-F5344CB8AC3E}">
        <p14:creationId xmlns:p14="http://schemas.microsoft.com/office/powerpoint/2010/main" val="85175754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BF6F26-C035-38C2-25E6-5CDDEA86D5CA}"/>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C3CCD8A2-3540-ED20-FC9D-99D6BDDA56B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1050A000-7C15-E696-360E-E71733C6A50D}"/>
              </a:ext>
            </a:extLst>
          </p:cNvPr>
          <p:cNvSpPr>
            <a:spLocks noGrp="1"/>
          </p:cNvSpPr>
          <p:nvPr>
            <p:ph type="sldNum" sz="quarter" idx="12"/>
          </p:nvPr>
        </p:nvSpPr>
        <p:spPr>
          <a:xfrm>
            <a:off x="4343400" y="1036638"/>
            <a:ext cx="457200" cy="441325"/>
          </a:xfrm>
        </p:spPr>
        <p:txBody>
          <a:bodyPr/>
          <a:lstStyle>
            <a:lvl1pPr>
              <a:defRPr smtClean="0"/>
            </a:lvl1pPr>
          </a:lstStyle>
          <a:p>
            <a:pPr>
              <a:defRPr/>
            </a:pPr>
            <a:fld id="{DB0FB1CE-78B6-4213-B963-8E7D14EBA476}" type="slidenum">
              <a:rPr lang="en-US" altLang="en-US"/>
              <a:pPr>
                <a:defRPr/>
              </a:pPr>
              <a:t>‹#›</a:t>
            </a:fld>
            <a:endParaRPr lang="en-US" altLang="en-US"/>
          </a:p>
        </p:txBody>
      </p:sp>
    </p:spTree>
    <p:extLst>
      <p:ext uri="{BB962C8B-B14F-4D97-AF65-F5344CB8AC3E}">
        <p14:creationId xmlns:p14="http://schemas.microsoft.com/office/powerpoint/2010/main" val="7299339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55834A-AC9B-8319-8CD7-8E20F6437A06}"/>
              </a:ext>
            </a:extLst>
          </p:cNvPr>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3" name="Rectangle 3">
            <a:extLst>
              <a:ext uri="{FF2B5EF4-FFF2-40B4-BE49-F238E27FC236}">
                <a16:creationId xmlns:a16="http://schemas.microsoft.com/office/drawing/2014/main" id="{09F4E409-F2D2-A336-FB3D-7ECAD788B3D3}"/>
              </a:ext>
            </a:extLst>
          </p:cNvPr>
          <p:cNvSpPr>
            <a:spLocks noChangeArrowheads="1"/>
          </p:cNvSpPr>
          <p:nvPr/>
        </p:nvSpPr>
        <p:spPr bwMode="white">
          <a:xfrm>
            <a:off x="0" y="0"/>
            <a:ext cx="9144000" cy="15557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4" name="Rectangle 4">
            <a:extLst>
              <a:ext uri="{FF2B5EF4-FFF2-40B4-BE49-F238E27FC236}">
                <a16:creationId xmlns:a16="http://schemas.microsoft.com/office/drawing/2014/main" id="{449D91B1-2DCB-7AC2-92E5-EDCFA34BFAE3}"/>
              </a:ext>
            </a:extLst>
          </p:cNvPr>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5" name="Rectangle 5">
            <a:extLst>
              <a:ext uri="{FF2B5EF4-FFF2-40B4-BE49-F238E27FC236}">
                <a16:creationId xmlns:a16="http://schemas.microsoft.com/office/drawing/2014/main" id="{5DAD5D7C-AB43-88AF-72E0-738B333D1330}"/>
              </a:ext>
            </a:extLst>
          </p:cNvPr>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6" name="Rectangle 5">
            <a:extLst>
              <a:ext uri="{FF2B5EF4-FFF2-40B4-BE49-F238E27FC236}">
                <a16:creationId xmlns:a16="http://schemas.microsoft.com/office/drawing/2014/main" id="{0B4CB760-C204-11B9-296D-2C92AD359074}"/>
              </a:ext>
            </a:extLst>
          </p:cNvPr>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a:latin typeface="Arial" charset="0"/>
            </a:endParaRPr>
          </a:p>
        </p:txBody>
      </p:sp>
      <p:sp>
        <p:nvSpPr>
          <p:cNvPr id="7" name="Rectangle 6">
            <a:extLst>
              <a:ext uri="{FF2B5EF4-FFF2-40B4-BE49-F238E27FC236}">
                <a16:creationId xmlns:a16="http://schemas.microsoft.com/office/drawing/2014/main" id="{C2DA4F90-9F94-33B7-BED7-12F92DA70BBB}"/>
              </a:ext>
            </a:extLst>
          </p:cNvPr>
          <p:cNvSpPr>
            <a:spLocks noChangeArrowheads="1"/>
          </p:cNvSpPr>
          <p:nvPr/>
        </p:nvSpPr>
        <p:spPr bwMode="auto">
          <a:xfrm>
            <a:off x="152400" y="15875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dirty="0">
              <a:latin typeface="Arial" charset="0"/>
            </a:endParaRPr>
          </a:p>
        </p:txBody>
      </p:sp>
      <p:sp>
        <p:nvSpPr>
          <p:cNvPr id="8" name="Date Placeholder 1">
            <a:extLst>
              <a:ext uri="{FF2B5EF4-FFF2-40B4-BE49-F238E27FC236}">
                <a16:creationId xmlns:a16="http://schemas.microsoft.com/office/drawing/2014/main" id="{CCE0662A-8BE2-3CE1-1819-34923858A98E}"/>
              </a:ext>
            </a:extLst>
          </p:cNvPr>
          <p:cNvSpPr>
            <a:spLocks noGrp="1"/>
          </p:cNvSpPr>
          <p:nvPr>
            <p:ph type="dt" sz="half" idx="10"/>
          </p:nvPr>
        </p:nvSpPr>
        <p:spPr/>
        <p:txBody>
          <a:bodyPr/>
          <a:lstStyle>
            <a:lvl1pPr>
              <a:defRPr/>
            </a:lvl1pPr>
          </a:lstStyle>
          <a:p>
            <a:pPr>
              <a:defRPr/>
            </a:pPr>
            <a:endParaRPr lang="en-US"/>
          </a:p>
        </p:txBody>
      </p:sp>
      <p:sp>
        <p:nvSpPr>
          <p:cNvPr id="9" name="Footer Placeholder 2">
            <a:extLst>
              <a:ext uri="{FF2B5EF4-FFF2-40B4-BE49-F238E27FC236}">
                <a16:creationId xmlns:a16="http://schemas.microsoft.com/office/drawing/2014/main" id="{07B95B46-DA54-607E-ADD1-E7B5D20623BE}"/>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3">
            <a:extLst>
              <a:ext uri="{FF2B5EF4-FFF2-40B4-BE49-F238E27FC236}">
                <a16:creationId xmlns:a16="http://schemas.microsoft.com/office/drawing/2014/main" id="{ADD5B5E9-1B99-3E1A-7E6C-BBE3EDBD57C6}"/>
              </a:ext>
            </a:extLst>
          </p:cNvPr>
          <p:cNvSpPr>
            <a:spLocks noGrp="1"/>
          </p:cNvSpPr>
          <p:nvPr>
            <p:ph type="sldNum" sz="quarter" idx="12"/>
          </p:nvPr>
        </p:nvSpPr>
        <p:spPr>
          <a:xfrm>
            <a:off x="4267200" y="6324600"/>
            <a:ext cx="609600" cy="441325"/>
          </a:xfrm>
        </p:spPr>
        <p:txBody>
          <a:bodyPr/>
          <a:lstStyle>
            <a:lvl1pPr>
              <a:defRPr smtClean="0">
                <a:solidFill>
                  <a:srgbClr val="FFFFFF"/>
                </a:solidFill>
              </a:defRPr>
            </a:lvl1pPr>
          </a:lstStyle>
          <a:p>
            <a:pPr>
              <a:defRPr/>
            </a:pPr>
            <a:fld id="{699FF526-3244-4C35-BFD1-FA9DA39573BE}" type="slidenum">
              <a:rPr lang="en-US" altLang="en-US"/>
              <a:pPr>
                <a:defRPr/>
              </a:pPr>
              <a:t>‹#›</a:t>
            </a:fld>
            <a:endParaRPr lang="en-US" altLang="en-US"/>
          </a:p>
        </p:txBody>
      </p:sp>
    </p:spTree>
    <p:extLst>
      <p:ext uri="{BB962C8B-B14F-4D97-AF65-F5344CB8AC3E}">
        <p14:creationId xmlns:p14="http://schemas.microsoft.com/office/powerpoint/2010/main" val="33723183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C8001F3-5416-56E3-3941-382136FB7DB9}"/>
              </a:ext>
            </a:extLst>
          </p:cNvPr>
          <p:cNvSpPr>
            <a:spLocks noChangeArrowheads="1"/>
          </p:cNvSpPr>
          <p:nvPr/>
        </p:nvSpPr>
        <p:spPr bwMode="auto">
          <a:xfrm>
            <a:off x="152400" y="152400"/>
            <a:ext cx="8832850" cy="304800"/>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a:latin typeface="Arial" charset="0"/>
            </a:endParaRPr>
          </a:p>
        </p:txBody>
      </p:sp>
      <p:sp>
        <p:nvSpPr>
          <p:cNvPr id="5" name="Rectangle 3">
            <a:extLst>
              <a:ext uri="{FF2B5EF4-FFF2-40B4-BE49-F238E27FC236}">
                <a16:creationId xmlns:a16="http://schemas.microsoft.com/office/drawing/2014/main" id="{1B8BB101-4199-ED61-F1FD-0BAB55961F78}"/>
              </a:ext>
            </a:extLst>
          </p:cNvPr>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6" name="Rectangle 4">
            <a:extLst>
              <a:ext uri="{FF2B5EF4-FFF2-40B4-BE49-F238E27FC236}">
                <a16:creationId xmlns:a16="http://schemas.microsoft.com/office/drawing/2014/main" id="{0AA8D6D4-23B1-A724-E734-5C11603EE006}"/>
              </a:ext>
            </a:extLst>
          </p:cNvPr>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7" name="Rectangle 5">
            <a:extLst>
              <a:ext uri="{FF2B5EF4-FFF2-40B4-BE49-F238E27FC236}">
                <a16:creationId xmlns:a16="http://schemas.microsoft.com/office/drawing/2014/main" id="{969A54E5-F7BF-62AF-EBC3-E75D3A6AE0AE}"/>
              </a:ext>
            </a:extLst>
          </p:cNvPr>
          <p:cNvSpPr>
            <a:spLocks noChangeArrowheads="1"/>
          </p:cNvSpPr>
          <p:nvPr/>
        </p:nvSpPr>
        <p:spPr bwMode="white">
          <a:xfrm>
            <a:off x="0" y="0"/>
            <a:ext cx="9144000" cy="119063"/>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8" name="Rectangle 6">
            <a:extLst>
              <a:ext uri="{FF2B5EF4-FFF2-40B4-BE49-F238E27FC236}">
                <a16:creationId xmlns:a16="http://schemas.microsoft.com/office/drawing/2014/main" id="{7117F257-25C3-9464-0A1D-E21AEACFD7FA}"/>
              </a:ext>
            </a:extLst>
          </p:cNvPr>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9" name="Rectangle 8">
            <a:extLst>
              <a:ext uri="{FF2B5EF4-FFF2-40B4-BE49-F238E27FC236}">
                <a16:creationId xmlns:a16="http://schemas.microsoft.com/office/drawing/2014/main" id="{FD0FA7CC-7B85-2712-25AC-166D4E541BFA}"/>
              </a:ext>
            </a:extLst>
          </p:cNvPr>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BE6ECA30-F70B-0D03-597E-92BD188B75C5}"/>
              </a:ext>
            </a:extLst>
          </p:cNvPr>
          <p:cNvSpPr>
            <a:spLocks noChangeArrowheads="1"/>
          </p:cNvSpPr>
          <p:nvPr/>
        </p:nvSpPr>
        <p:spPr bwMode="auto">
          <a:xfrm>
            <a:off x="152400" y="152400"/>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dirty="0">
              <a:latin typeface="Arial" charset="0"/>
            </a:endParaRPr>
          </a:p>
        </p:txBody>
      </p:sp>
      <p:sp>
        <p:nvSpPr>
          <p:cNvPr id="11" name="Straight Connector 10">
            <a:extLst>
              <a:ext uri="{FF2B5EF4-FFF2-40B4-BE49-F238E27FC236}">
                <a16:creationId xmlns:a16="http://schemas.microsoft.com/office/drawing/2014/main" id="{DF13D2D6-062F-92AE-CFFC-82F3FD372F73}"/>
              </a:ext>
            </a:extLst>
          </p:cNvPr>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a:latin typeface="Arial" charset="0"/>
            </a:endParaRPr>
          </a:p>
        </p:txBody>
      </p:sp>
      <p:sp>
        <p:nvSpPr>
          <p:cNvPr id="12" name="Oval 11">
            <a:extLst>
              <a:ext uri="{FF2B5EF4-FFF2-40B4-BE49-F238E27FC236}">
                <a16:creationId xmlns:a16="http://schemas.microsoft.com/office/drawing/2014/main" id="{16984878-CB1B-EB61-82D6-49C021DCCABB}"/>
              </a:ext>
            </a:extLst>
          </p:cNvPr>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3" name="Oval 12">
            <a:extLst>
              <a:ext uri="{FF2B5EF4-FFF2-40B4-BE49-F238E27FC236}">
                <a16:creationId xmlns:a16="http://schemas.microsoft.com/office/drawing/2014/main" id="{D634DB91-5158-3AB3-0161-CBA4C42EED9D}"/>
              </a:ext>
            </a:extLst>
          </p:cNvPr>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4" name="Rectangle 13">
            <a:extLst>
              <a:ext uri="{FF2B5EF4-FFF2-40B4-BE49-F238E27FC236}">
                <a16:creationId xmlns:a16="http://schemas.microsoft.com/office/drawing/2014/main" id="{B3C4AF81-0BDC-554E-AC4E-5909E0BB47AD}"/>
              </a:ext>
            </a:extLst>
          </p:cNvPr>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a:latin typeface="Arial" charset="0"/>
            </a:endParaRPr>
          </a:p>
        </p:txBody>
      </p:sp>
      <p:sp>
        <p:nvSpPr>
          <p:cNvPr id="2" name="Title 1"/>
          <p:cNvSpPr>
            <a:spLocks noGrp="1"/>
          </p:cNvSpPr>
          <p:nvPr>
            <p:ph type="title"/>
          </p:nvPr>
        </p:nvSpPr>
        <p:spPr>
          <a:xfrm>
            <a:off x="381000" y="914400"/>
            <a:ext cx="2362200" cy="990600"/>
          </a:xfrm>
        </p:spPr>
        <p:txBody>
          <a:bodyPr>
            <a:noAutofit/>
          </a:bodyPr>
          <a:lstStyle>
            <a:lvl1pPr algn="l">
              <a:buNone/>
              <a:defRPr sz="2200" b="1">
                <a:solidFill>
                  <a:srgbClr val="FFFFFF"/>
                </a:solidFill>
              </a:defRPr>
            </a:lvl1pPr>
          </a:lstStyle>
          <a:p>
            <a:r>
              <a:rPr lang="en-US"/>
              <a:t>Click to edit Master title style</a:t>
            </a:r>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20" name="Content Placeholder 19"/>
          <p:cNvSpPr>
            <a:spLocks noGrp="1"/>
          </p:cNvSpPr>
          <p:nvPr>
            <p:ph sz="quarter" idx="1"/>
          </p:nvPr>
        </p:nvSpPr>
        <p:spPr>
          <a:xfrm>
            <a:off x="3124200" y="685800"/>
            <a:ext cx="5638800" cy="5410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Slide Number Placeholder 6">
            <a:extLst>
              <a:ext uri="{FF2B5EF4-FFF2-40B4-BE49-F238E27FC236}">
                <a16:creationId xmlns:a16="http://schemas.microsoft.com/office/drawing/2014/main" id="{B2B7EAFE-DE99-CB77-E8C5-A4BC94A95CF4}"/>
              </a:ext>
            </a:extLst>
          </p:cNvPr>
          <p:cNvSpPr>
            <a:spLocks noGrp="1"/>
          </p:cNvSpPr>
          <p:nvPr>
            <p:ph type="sldNum" sz="quarter" idx="10"/>
          </p:nvPr>
        </p:nvSpPr>
        <p:spPr>
          <a:xfrm>
            <a:off x="1371600" y="312738"/>
            <a:ext cx="457200" cy="441325"/>
          </a:xfrm>
        </p:spPr>
        <p:txBody>
          <a:bodyPr/>
          <a:lstStyle>
            <a:lvl1pPr>
              <a:defRPr smtClean="0"/>
            </a:lvl1pPr>
          </a:lstStyle>
          <a:p>
            <a:pPr>
              <a:defRPr/>
            </a:pPr>
            <a:fld id="{D5FFBB9C-A64F-4FF6-BE50-9927CBA1613D}" type="slidenum">
              <a:rPr lang="en-US" altLang="en-US"/>
              <a:pPr>
                <a:defRPr/>
              </a:pPr>
              <a:t>‹#›</a:t>
            </a:fld>
            <a:endParaRPr lang="en-US" altLang="en-US"/>
          </a:p>
        </p:txBody>
      </p:sp>
      <p:sp>
        <p:nvSpPr>
          <p:cNvPr id="16" name="Date Placeholder 4">
            <a:extLst>
              <a:ext uri="{FF2B5EF4-FFF2-40B4-BE49-F238E27FC236}">
                <a16:creationId xmlns:a16="http://schemas.microsoft.com/office/drawing/2014/main" id="{764301D7-31BE-2E59-0FFD-7CB50066D229}"/>
              </a:ext>
            </a:extLst>
          </p:cNvPr>
          <p:cNvSpPr>
            <a:spLocks noGrp="1"/>
          </p:cNvSpPr>
          <p:nvPr>
            <p:ph type="dt" sz="half" idx="11"/>
          </p:nvPr>
        </p:nvSpPr>
        <p:spPr/>
        <p:txBody>
          <a:bodyPr/>
          <a:lstStyle>
            <a:lvl1pPr>
              <a:defRPr/>
            </a:lvl1pPr>
          </a:lstStyle>
          <a:p>
            <a:pPr>
              <a:defRPr/>
            </a:pPr>
            <a:endParaRPr lang="en-US"/>
          </a:p>
        </p:txBody>
      </p:sp>
      <p:sp>
        <p:nvSpPr>
          <p:cNvPr id="17" name="Footer Placeholder 5">
            <a:extLst>
              <a:ext uri="{FF2B5EF4-FFF2-40B4-BE49-F238E27FC236}">
                <a16:creationId xmlns:a16="http://schemas.microsoft.com/office/drawing/2014/main" id="{0165F0FF-70B2-DFC8-DFCD-91038CBBBFF4}"/>
              </a:ext>
            </a:extLst>
          </p:cNvPr>
          <p:cNvSpPr>
            <a:spLocks noGrp="1"/>
          </p:cNvSpPr>
          <p:nvPr>
            <p:ph type="ftr" sz="quarter" idx="12"/>
          </p:nvPr>
        </p:nvSpPr>
        <p:spPr>
          <a:xfrm>
            <a:off x="301625" y="6410325"/>
            <a:ext cx="3382963" cy="366713"/>
          </a:xfrm>
        </p:spPr>
        <p:txBody>
          <a:bodyPr/>
          <a:lstStyle>
            <a:lvl1pPr>
              <a:defRPr/>
            </a:lvl1pPr>
          </a:lstStyle>
          <a:p>
            <a:pPr>
              <a:defRPr/>
            </a:pPr>
            <a:endParaRPr lang="en-US"/>
          </a:p>
        </p:txBody>
      </p:sp>
    </p:spTree>
    <p:extLst>
      <p:ext uri="{BB962C8B-B14F-4D97-AF65-F5344CB8AC3E}">
        <p14:creationId xmlns:p14="http://schemas.microsoft.com/office/powerpoint/2010/main" val="2110280383"/>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traight Connector 4">
            <a:extLst>
              <a:ext uri="{FF2B5EF4-FFF2-40B4-BE49-F238E27FC236}">
                <a16:creationId xmlns:a16="http://schemas.microsoft.com/office/drawing/2014/main" id="{4FC81AE9-83AB-0898-CDB8-CE886BCE1069}"/>
              </a:ext>
            </a:extLst>
          </p:cNvPr>
          <p:cNvSpPr>
            <a:spLocks noChangeShapeType="1"/>
          </p:cNvSpPr>
          <p:nvPr/>
        </p:nvSpPr>
        <p:spPr bwMode="auto">
          <a:xfrm>
            <a:off x="152400" y="533400"/>
            <a:ext cx="8832850"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a:latin typeface="Arial" charset="0"/>
            </a:endParaRPr>
          </a:p>
        </p:txBody>
      </p:sp>
      <p:sp>
        <p:nvSpPr>
          <p:cNvPr id="6" name="Rectangle 3">
            <a:extLst>
              <a:ext uri="{FF2B5EF4-FFF2-40B4-BE49-F238E27FC236}">
                <a16:creationId xmlns:a16="http://schemas.microsoft.com/office/drawing/2014/main" id="{59422916-5077-55D6-DF99-B50BB2A94E6B}"/>
              </a:ext>
            </a:extLst>
          </p:cNvPr>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7" name="Rectangle 4">
            <a:extLst>
              <a:ext uri="{FF2B5EF4-FFF2-40B4-BE49-F238E27FC236}">
                <a16:creationId xmlns:a16="http://schemas.microsoft.com/office/drawing/2014/main" id="{88948801-D138-458C-DA05-89E1FBB35632}"/>
              </a:ext>
            </a:extLst>
          </p:cNvPr>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8" name="Rectangle 5">
            <a:extLst>
              <a:ext uri="{FF2B5EF4-FFF2-40B4-BE49-F238E27FC236}">
                <a16:creationId xmlns:a16="http://schemas.microsoft.com/office/drawing/2014/main" id="{7BC7BE04-BDFF-1DDF-4D1E-01D37F62C9A4}"/>
              </a:ext>
            </a:extLst>
          </p:cNvPr>
          <p:cNvSpPr>
            <a:spLocks noChangeArrowheads="1"/>
          </p:cNvSpPr>
          <p:nvPr/>
        </p:nvSpPr>
        <p:spPr bwMode="white">
          <a:xfrm>
            <a:off x="0" y="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9" name="Rectangle 6">
            <a:extLst>
              <a:ext uri="{FF2B5EF4-FFF2-40B4-BE49-F238E27FC236}">
                <a16:creationId xmlns:a16="http://schemas.microsoft.com/office/drawing/2014/main" id="{6E3C4C11-95D8-060F-6C31-6D46C046D758}"/>
              </a:ext>
            </a:extLst>
          </p:cNvPr>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10" name="Rectangle 9">
            <a:extLst>
              <a:ext uri="{FF2B5EF4-FFF2-40B4-BE49-F238E27FC236}">
                <a16:creationId xmlns:a16="http://schemas.microsoft.com/office/drawing/2014/main" id="{0B5EEF8F-A7FF-BE31-953C-331BDD8E47E5}"/>
              </a:ext>
            </a:extLst>
          </p:cNvPr>
          <p:cNvSpPr>
            <a:spLocks noChangeArrowheads="1"/>
          </p:cNvSpPr>
          <p:nvPr/>
        </p:nvSpPr>
        <p:spPr bwMode="auto">
          <a:xfrm>
            <a:off x="152400" y="152400"/>
            <a:ext cx="8832850" cy="301625"/>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a:latin typeface="Arial" charset="0"/>
            </a:endParaRPr>
          </a:p>
        </p:txBody>
      </p:sp>
      <p:sp>
        <p:nvSpPr>
          <p:cNvPr id="11" name="Rectangle 10">
            <a:extLst>
              <a:ext uri="{FF2B5EF4-FFF2-40B4-BE49-F238E27FC236}">
                <a16:creationId xmlns:a16="http://schemas.microsoft.com/office/drawing/2014/main" id="{E867E97B-8CFE-099E-F31A-229F09337AF8}"/>
              </a:ext>
            </a:extLst>
          </p:cNvPr>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2" name="Rectangle 11">
            <a:extLst>
              <a:ext uri="{FF2B5EF4-FFF2-40B4-BE49-F238E27FC236}">
                <a16:creationId xmlns:a16="http://schemas.microsoft.com/office/drawing/2014/main" id="{ED2932E7-1E5E-F084-4666-B48E6689FC03}"/>
              </a:ext>
            </a:extLst>
          </p:cNvPr>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dirty="0">
              <a:latin typeface="Arial" charset="0"/>
            </a:endParaRPr>
          </a:p>
        </p:txBody>
      </p:sp>
      <p:sp>
        <p:nvSpPr>
          <p:cNvPr id="13" name="Oval 12">
            <a:extLst>
              <a:ext uri="{FF2B5EF4-FFF2-40B4-BE49-F238E27FC236}">
                <a16:creationId xmlns:a16="http://schemas.microsoft.com/office/drawing/2014/main" id="{B40E8D33-6913-2A6C-9F43-BDE844FA93A4}"/>
              </a:ext>
            </a:extLst>
          </p:cNvPr>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4" name="Oval 13">
            <a:extLst>
              <a:ext uri="{FF2B5EF4-FFF2-40B4-BE49-F238E27FC236}">
                <a16:creationId xmlns:a16="http://schemas.microsoft.com/office/drawing/2014/main" id="{AE3C8795-52BA-5EDA-835A-1519531EA79E}"/>
              </a:ext>
            </a:extLst>
          </p:cNvPr>
          <p:cNvSpPr/>
          <p:nvPr/>
        </p:nvSpPr>
        <p:spPr>
          <a:xfrm>
            <a:off x="1390650" y="323850"/>
            <a:ext cx="419100"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5" name="Rectangle 14">
            <a:extLst>
              <a:ext uri="{FF2B5EF4-FFF2-40B4-BE49-F238E27FC236}">
                <a16:creationId xmlns:a16="http://schemas.microsoft.com/office/drawing/2014/main" id="{A00EF756-7EEC-0EFD-DEA2-05F41C17E485}"/>
              </a:ext>
            </a:extLst>
          </p:cNvPr>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a:latin typeface="Arial" charset="0"/>
            </a:endParaRPr>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lang="en-US"/>
              <a:t>Click to edit Master title style</a:t>
            </a:r>
          </a:p>
        </p:txBody>
      </p:sp>
      <p:sp>
        <p:nvSpPr>
          <p:cNvPr id="3" name="Picture Placeholder 2"/>
          <p:cNvSpPr>
            <a:spLocks noGrp="1"/>
          </p:cNvSpPr>
          <p:nvPr>
            <p:ph type="pic" idx="1"/>
          </p:nvPr>
        </p:nvSpPr>
        <p:spPr>
          <a:xfrm>
            <a:off x="3000375" y="609600"/>
            <a:ext cx="5867400" cy="4267200"/>
          </a:xfrm>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a:r>
              <a:rPr lang="en-US"/>
              <a:t>Click to edit Master text styles</a:t>
            </a:r>
          </a:p>
        </p:txBody>
      </p:sp>
      <p:sp>
        <p:nvSpPr>
          <p:cNvPr id="16" name="Slide Number Placeholder 6">
            <a:extLst>
              <a:ext uri="{FF2B5EF4-FFF2-40B4-BE49-F238E27FC236}">
                <a16:creationId xmlns:a16="http://schemas.microsoft.com/office/drawing/2014/main" id="{B6274F3E-27F7-CC9E-42A0-9080976725D3}"/>
              </a:ext>
            </a:extLst>
          </p:cNvPr>
          <p:cNvSpPr>
            <a:spLocks noGrp="1"/>
          </p:cNvSpPr>
          <p:nvPr>
            <p:ph type="sldNum" sz="quarter" idx="10"/>
          </p:nvPr>
        </p:nvSpPr>
        <p:spPr>
          <a:xfrm>
            <a:off x="1371600" y="312738"/>
            <a:ext cx="457200" cy="441325"/>
          </a:xfrm>
        </p:spPr>
        <p:txBody>
          <a:bodyPr/>
          <a:lstStyle>
            <a:lvl1pPr>
              <a:defRPr smtClean="0"/>
            </a:lvl1pPr>
          </a:lstStyle>
          <a:p>
            <a:pPr>
              <a:defRPr/>
            </a:pPr>
            <a:fld id="{B29F341F-5B9B-4FC8-9D6A-04C0EB8C3983}" type="slidenum">
              <a:rPr lang="en-US" altLang="en-US"/>
              <a:pPr>
                <a:defRPr/>
              </a:pPr>
              <a:t>‹#›</a:t>
            </a:fld>
            <a:endParaRPr lang="en-US" altLang="en-US"/>
          </a:p>
        </p:txBody>
      </p:sp>
      <p:sp>
        <p:nvSpPr>
          <p:cNvPr id="17" name="Date Placeholder 4">
            <a:extLst>
              <a:ext uri="{FF2B5EF4-FFF2-40B4-BE49-F238E27FC236}">
                <a16:creationId xmlns:a16="http://schemas.microsoft.com/office/drawing/2014/main" id="{284635F2-180F-B76E-13DE-476559DC264A}"/>
              </a:ext>
            </a:extLst>
          </p:cNvPr>
          <p:cNvSpPr>
            <a:spLocks noGrp="1"/>
          </p:cNvSpPr>
          <p:nvPr>
            <p:ph type="dt" sz="half" idx="11"/>
          </p:nvPr>
        </p:nvSpPr>
        <p:spPr>
          <a:xfrm>
            <a:off x="5788025" y="6405563"/>
            <a:ext cx="3044825" cy="365125"/>
          </a:xfrm>
        </p:spPr>
        <p:txBody>
          <a:bodyPr/>
          <a:lstStyle>
            <a:lvl1pPr>
              <a:defRPr/>
            </a:lvl1pPr>
          </a:lstStyle>
          <a:p>
            <a:pPr>
              <a:defRPr/>
            </a:pPr>
            <a:endParaRPr lang="en-US"/>
          </a:p>
        </p:txBody>
      </p:sp>
      <p:sp>
        <p:nvSpPr>
          <p:cNvPr id="18" name="Footer Placeholder 5">
            <a:extLst>
              <a:ext uri="{FF2B5EF4-FFF2-40B4-BE49-F238E27FC236}">
                <a16:creationId xmlns:a16="http://schemas.microsoft.com/office/drawing/2014/main" id="{57569DDC-FFB5-4009-2953-D776DCA8EB8E}"/>
              </a:ext>
            </a:extLst>
          </p:cNvPr>
          <p:cNvSpPr>
            <a:spLocks noGrp="1"/>
          </p:cNvSpPr>
          <p:nvPr>
            <p:ph type="ftr" sz="quarter" idx="12"/>
          </p:nvPr>
        </p:nvSpPr>
        <p:spPr>
          <a:xfrm>
            <a:off x="301625" y="6410325"/>
            <a:ext cx="3584575" cy="366713"/>
          </a:xfrm>
        </p:spPr>
        <p:txBody>
          <a:bodyPr/>
          <a:lstStyle>
            <a:lvl1pPr>
              <a:defRPr/>
            </a:lvl1pPr>
          </a:lstStyle>
          <a:p>
            <a:pPr>
              <a:defRPr/>
            </a:pPr>
            <a:endParaRPr lang="en-US"/>
          </a:p>
        </p:txBody>
      </p:sp>
    </p:spTree>
    <p:extLst>
      <p:ext uri="{BB962C8B-B14F-4D97-AF65-F5344CB8AC3E}">
        <p14:creationId xmlns:p14="http://schemas.microsoft.com/office/powerpoint/2010/main" val="3451276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4B3E06-66E5-B14E-26CC-E179CD78467D}"/>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D830135C-FF1C-C039-0C85-5ABB36CCC76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53D5F4E-74FC-D8E1-D81A-2DAAFD5116B5}"/>
              </a:ext>
            </a:extLst>
          </p:cNvPr>
          <p:cNvSpPr>
            <a:spLocks noGrp="1"/>
          </p:cNvSpPr>
          <p:nvPr>
            <p:ph type="sldNum" sz="quarter" idx="12"/>
          </p:nvPr>
        </p:nvSpPr>
        <p:spPr/>
        <p:txBody>
          <a:bodyPr/>
          <a:lstStyle>
            <a:lvl1pPr>
              <a:defRPr smtClean="0"/>
            </a:lvl1pPr>
          </a:lstStyle>
          <a:p>
            <a:pPr>
              <a:defRPr/>
            </a:pPr>
            <a:fld id="{B2F26E69-C952-443B-BEA8-6D645D6C4144}" type="slidenum">
              <a:rPr lang="en-US" altLang="en-US"/>
              <a:pPr>
                <a:defRPr/>
              </a:pPr>
              <a:t>‹#›</a:t>
            </a:fld>
            <a:endParaRPr lang="en-US" altLang="en-US"/>
          </a:p>
        </p:txBody>
      </p:sp>
    </p:spTree>
    <p:extLst>
      <p:ext uri="{BB962C8B-B14F-4D97-AF65-F5344CB8AC3E}">
        <p14:creationId xmlns:p14="http://schemas.microsoft.com/office/powerpoint/2010/main" val="99761581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Pr>
        <a:solidFill>
          <a:schemeClr val="bg2"/>
        </a:solidFill>
        <a:effectLst/>
      </p:bgPr>
    </p:bg>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F4AD525-BA47-D6A9-6A5D-2268324EC8ED}"/>
              </a:ext>
            </a:extLst>
          </p:cNvPr>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5" name="Rectangle 3">
            <a:extLst>
              <a:ext uri="{FF2B5EF4-FFF2-40B4-BE49-F238E27FC236}">
                <a16:creationId xmlns:a16="http://schemas.microsoft.com/office/drawing/2014/main" id="{B7EBBD8F-31A5-49BB-974F-70B107AA9826}"/>
              </a:ext>
            </a:extLst>
          </p:cNvPr>
          <p:cNvSpPr>
            <a:spLocks noChangeArrowheads="1"/>
          </p:cNvSpPr>
          <p:nvPr/>
        </p:nvSpPr>
        <p:spPr bwMode="white">
          <a:xfrm>
            <a:off x="7010400" y="0"/>
            <a:ext cx="21336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6" name="Rectangle 4">
            <a:extLst>
              <a:ext uri="{FF2B5EF4-FFF2-40B4-BE49-F238E27FC236}">
                <a16:creationId xmlns:a16="http://schemas.microsoft.com/office/drawing/2014/main" id="{9F767A13-2B58-3C7C-6A40-C31ACC716E4C}"/>
              </a:ext>
            </a:extLst>
          </p:cNvPr>
          <p:cNvSpPr>
            <a:spLocks noChangeArrowheads="1"/>
          </p:cNvSpPr>
          <p:nvPr/>
        </p:nvSpPr>
        <p:spPr bwMode="white">
          <a:xfrm>
            <a:off x="0" y="0"/>
            <a:ext cx="9144000" cy="15557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7" name="Rectangle 5">
            <a:extLst>
              <a:ext uri="{FF2B5EF4-FFF2-40B4-BE49-F238E27FC236}">
                <a16:creationId xmlns:a16="http://schemas.microsoft.com/office/drawing/2014/main" id="{5FAF37CD-6060-8441-E4E6-39F377A5A40C}"/>
              </a:ext>
            </a:extLst>
          </p:cNvPr>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8" name="Rectangle 7">
            <a:extLst>
              <a:ext uri="{FF2B5EF4-FFF2-40B4-BE49-F238E27FC236}">
                <a16:creationId xmlns:a16="http://schemas.microsoft.com/office/drawing/2014/main" id="{C4844251-151A-4612-09B1-AD1827484A6B}"/>
              </a:ext>
            </a:extLst>
          </p:cNvPr>
          <p:cNvSpPr>
            <a:spLocks noChangeArrowheads="1"/>
          </p:cNvSpPr>
          <p:nvPr/>
        </p:nvSpPr>
        <p:spPr bwMode="auto">
          <a:xfrm>
            <a:off x="146050" y="6391275"/>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a:latin typeface="Arial" charset="0"/>
            </a:endParaRPr>
          </a:p>
        </p:txBody>
      </p:sp>
      <p:sp>
        <p:nvSpPr>
          <p:cNvPr id="9" name="Rectangle 8">
            <a:extLst>
              <a:ext uri="{FF2B5EF4-FFF2-40B4-BE49-F238E27FC236}">
                <a16:creationId xmlns:a16="http://schemas.microsoft.com/office/drawing/2014/main" id="{5334B46B-71E7-744E-5A6B-AA96CED05B5C}"/>
              </a:ext>
            </a:extLst>
          </p:cNvPr>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dirty="0">
              <a:latin typeface="Arial" charset="0"/>
            </a:endParaRPr>
          </a:p>
        </p:txBody>
      </p:sp>
      <p:sp>
        <p:nvSpPr>
          <p:cNvPr id="10" name="Straight Connector 9">
            <a:extLst>
              <a:ext uri="{FF2B5EF4-FFF2-40B4-BE49-F238E27FC236}">
                <a16:creationId xmlns:a16="http://schemas.microsoft.com/office/drawing/2014/main" id="{80143875-8E7F-26A0-D85E-A189AC624ACE}"/>
              </a:ext>
            </a:extLst>
          </p:cNvPr>
          <p:cNvSpPr>
            <a:spLocks noChangeShapeType="1"/>
          </p:cNvSpPr>
          <p:nvPr/>
        </p:nvSpPr>
        <p:spPr bwMode="auto">
          <a:xfrm rot="5400000">
            <a:off x="4021137" y="3278188"/>
            <a:ext cx="6245225"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a:latin typeface="Arial" charset="0"/>
            </a:endParaRPr>
          </a:p>
        </p:txBody>
      </p:sp>
      <p:sp>
        <p:nvSpPr>
          <p:cNvPr id="11" name="Oval 10">
            <a:extLst>
              <a:ext uri="{FF2B5EF4-FFF2-40B4-BE49-F238E27FC236}">
                <a16:creationId xmlns:a16="http://schemas.microsoft.com/office/drawing/2014/main" id="{5ADF4C86-3CEC-F892-A3AF-3606CE20AE45}"/>
              </a:ext>
            </a:extLst>
          </p:cNvPr>
          <p:cNvSpPr/>
          <p:nvPr/>
        </p:nvSpPr>
        <p:spPr>
          <a:xfrm>
            <a:off x="6838950"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2" name="Oval 11">
            <a:extLst>
              <a:ext uri="{FF2B5EF4-FFF2-40B4-BE49-F238E27FC236}">
                <a16:creationId xmlns:a16="http://schemas.microsoft.com/office/drawing/2014/main" id="{86EFB08C-1E37-7AC4-807D-8F421CB62F38}"/>
              </a:ext>
            </a:extLst>
          </p:cNvPr>
          <p:cNvSpPr/>
          <p:nvPr/>
        </p:nvSpPr>
        <p:spPr>
          <a:xfrm>
            <a:off x="6934200" y="3021013"/>
            <a:ext cx="420688" cy="419100"/>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Vertical Title 1"/>
          <p:cNvSpPr>
            <a:spLocks noGrp="1"/>
          </p:cNvSpPr>
          <p:nvPr>
            <p:ph type="title" orient="vert"/>
          </p:nvPr>
        </p:nvSpPr>
        <p:spPr>
          <a:xfrm>
            <a:off x="7391400" y="304801"/>
            <a:ext cx="1447800" cy="5851525"/>
          </a:xfrm>
        </p:spPr>
        <p:txBody>
          <a:bodyPr vert="eaVert"/>
          <a:lstStyle/>
          <a:p>
            <a:r>
              <a:rPr lang="en-US"/>
              <a:t>Click to edit Master title style</a:t>
            </a:r>
          </a:p>
        </p:txBody>
      </p:sp>
      <p:sp>
        <p:nvSpPr>
          <p:cNvPr id="13" name="Slide Number Placeholder 5">
            <a:extLst>
              <a:ext uri="{FF2B5EF4-FFF2-40B4-BE49-F238E27FC236}">
                <a16:creationId xmlns:a16="http://schemas.microsoft.com/office/drawing/2014/main" id="{5CB6A2A5-BD6E-65A3-C2DD-433A3415C5FE}"/>
              </a:ext>
            </a:extLst>
          </p:cNvPr>
          <p:cNvSpPr>
            <a:spLocks noGrp="1"/>
          </p:cNvSpPr>
          <p:nvPr>
            <p:ph type="sldNum" sz="quarter" idx="10"/>
          </p:nvPr>
        </p:nvSpPr>
        <p:spPr>
          <a:xfrm>
            <a:off x="6915150" y="3009900"/>
            <a:ext cx="457200" cy="441325"/>
          </a:xfrm>
        </p:spPr>
        <p:txBody>
          <a:bodyPr/>
          <a:lstStyle>
            <a:lvl1pPr>
              <a:defRPr smtClean="0"/>
            </a:lvl1pPr>
          </a:lstStyle>
          <a:p>
            <a:pPr>
              <a:defRPr/>
            </a:pPr>
            <a:fld id="{FFCF3C32-ADD3-4BA8-B53E-2F56FD79556A}" type="slidenum">
              <a:rPr lang="en-US" altLang="en-US"/>
              <a:pPr>
                <a:defRPr/>
              </a:pPr>
              <a:t>‹#›</a:t>
            </a:fld>
            <a:endParaRPr lang="en-US" altLang="en-US"/>
          </a:p>
        </p:txBody>
      </p:sp>
      <p:sp>
        <p:nvSpPr>
          <p:cNvPr id="14" name="Date Placeholder 3">
            <a:extLst>
              <a:ext uri="{FF2B5EF4-FFF2-40B4-BE49-F238E27FC236}">
                <a16:creationId xmlns:a16="http://schemas.microsoft.com/office/drawing/2014/main" id="{0D52235C-255F-93F0-667D-B2D3BCD39668}"/>
              </a:ext>
            </a:extLst>
          </p:cNvPr>
          <p:cNvSpPr>
            <a:spLocks noGrp="1"/>
          </p:cNvSpPr>
          <p:nvPr>
            <p:ph type="dt" sz="half" idx="11"/>
          </p:nvPr>
        </p:nvSpPr>
        <p:spPr/>
        <p:txBody>
          <a:bodyPr/>
          <a:lstStyle>
            <a:lvl1pPr>
              <a:defRPr/>
            </a:lvl1pPr>
          </a:lstStyle>
          <a:p>
            <a:pPr>
              <a:defRPr/>
            </a:pPr>
            <a:endParaRPr lang="en-US"/>
          </a:p>
        </p:txBody>
      </p:sp>
      <p:sp>
        <p:nvSpPr>
          <p:cNvPr id="15" name="Footer Placeholder 4">
            <a:extLst>
              <a:ext uri="{FF2B5EF4-FFF2-40B4-BE49-F238E27FC236}">
                <a16:creationId xmlns:a16="http://schemas.microsoft.com/office/drawing/2014/main" id="{2DB87767-0CC7-032E-C67E-08698F455233}"/>
              </a:ext>
            </a:extLst>
          </p:cNvPr>
          <p:cNvSpPr>
            <a:spLocks noGrp="1"/>
          </p:cNvSpPr>
          <p:nvPr>
            <p:ph type="ftr" sz="quarter" idx="12"/>
          </p:nvPr>
        </p:nvSpPr>
        <p:spPr/>
        <p:txBody>
          <a:bodyPr/>
          <a:lstStyle>
            <a:lvl1pPr>
              <a:defRPr/>
            </a:lvl1pPr>
          </a:lstStyle>
          <a:p>
            <a:pPr>
              <a:defRPr/>
            </a:pPr>
            <a:endParaRPr lang="en-US"/>
          </a:p>
        </p:txBody>
      </p:sp>
    </p:spTree>
    <p:extLst>
      <p:ext uri="{BB962C8B-B14F-4D97-AF65-F5344CB8AC3E}">
        <p14:creationId xmlns:p14="http://schemas.microsoft.com/office/powerpoint/2010/main" val="350364786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6">
            <a:extLst>
              <a:ext uri="{FF2B5EF4-FFF2-40B4-BE49-F238E27FC236}">
                <a16:creationId xmlns:a16="http://schemas.microsoft.com/office/drawing/2014/main" id="{FA7CBA58-7D0F-1153-442E-BE4B42809CF5}"/>
              </a:ext>
            </a:extLst>
          </p:cNvPr>
          <p:cNvSpPr>
            <a:spLocks noChangeArrowheads="1"/>
          </p:cNvSpPr>
          <p:nvPr/>
        </p:nvSpPr>
        <p:spPr bwMode="white">
          <a:xfrm>
            <a:off x="0" y="6705600"/>
            <a:ext cx="9144000" cy="1524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1027" name="Rectangle 15">
            <a:extLst>
              <a:ext uri="{FF2B5EF4-FFF2-40B4-BE49-F238E27FC236}">
                <a16:creationId xmlns:a16="http://schemas.microsoft.com/office/drawing/2014/main" id="{79375622-D002-19C3-642B-D89DCB4EC89C}"/>
              </a:ext>
            </a:extLst>
          </p:cNvPr>
          <p:cNvSpPr>
            <a:spLocks noChangeArrowheads="1"/>
          </p:cNvSpPr>
          <p:nvPr/>
        </p:nvSpPr>
        <p:spPr bwMode="white">
          <a:xfrm>
            <a:off x="0" y="0"/>
            <a:ext cx="9144000" cy="1393825"/>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1028" name="Rectangle 17">
            <a:extLst>
              <a:ext uri="{FF2B5EF4-FFF2-40B4-BE49-F238E27FC236}">
                <a16:creationId xmlns:a16="http://schemas.microsoft.com/office/drawing/2014/main" id="{8EC9D462-13A0-C039-9558-D16431EAF9EB}"/>
              </a:ext>
            </a:extLst>
          </p:cNvPr>
          <p:cNvSpPr>
            <a:spLocks noChangeArrowheads="1"/>
          </p:cNvSpPr>
          <p:nvPr/>
        </p:nvSpPr>
        <p:spPr bwMode="white">
          <a:xfrm>
            <a:off x="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1029" name="Rectangle 18">
            <a:extLst>
              <a:ext uri="{FF2B5EF4-FFF2-40B4-BE49-F238E27FC236}">
                <a16:creationId xmlns:a16="http://schemas.microsoft.com/office/drawing/2014/main" id="{6046E054-99B9-274A-3C37-BAFF5811CBCB}"/>
              </a:ext>
            </a:extLst>
          </p:cNvPr>
          <p:cNvSpPr>
            <a:spLocks noChangeArrowheads="1"/>
          </p:cNvSpPr>
          <p:nvPr/>
        </p:nvSpPr>
        <p:spPr bwMode="white">
          <a:xfrm>
            <a:off x="8991600" y="0"/>
            <a:ext cx="152400" cy="6858000"/>
          </a:xfrm>
          <a:prstGeom prst="rect">
            <a:avLst/>
          </a:prstGeom>
          <a:solidFill>
            <a:srgbClr val="FFFFFF"/>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9" name="Rectangle 8">
            <a:extLst>
              <a:ext uri="{FF2B5EF4-FFF2-40B4-BE49-F238E27FC236}">
                <a16:creationId xmlns:a16="http://schemas.microsoft.com/office/drawing/2014/main" id="{C690B7AB-8057-C37F-9B2B-F7FB1A2111CD}"/>
              </a:ext>
            </a:extLst>
          </p:cNvPr>
          <p:cNvSpPr>
            <a:spLocks noChangeArrowheads="1"/>
          </p:cNvSpPr>
          <p:nvPr/>
        </p:nvSpPr>
        <p:spPr bwMode="auto">
          <a:xfrm>
            <a:off x="149225" y="6388100"/>
            <a:ext cx="8832850" cy="309563"/>
          </a:xfrm>
          <a:prstGeom prst="rect">
            <a:avLst/>
          </a:prstGeom>
          <a:solidFill>
            <a:schemeClr val="accent3"/>
          </a:solidFill>
          <a:ln w="9525" cap="flat" cmpd="sng" algn="ctr">
            <a:noFill/>
            <a:prstDash val="solid"/>
            <a:miter lim="800000"/>
            <a:headEnd type="none" w="med" len="med"/>
            <a:tailEnd type="none" w="med" len="med"/>
          </a:ln>
          <a:effectLst/>
        </p:spPr>
        <p:txBody>
          <a:bodyPr wrap="none" anchor="ctr"/>
          <a:lstStyle/>
          <a:p>
            <a:pPr eaLnBrk="1" hangingPunct="1">
              <a:defRPr/>
            </a:pPr>
            <a:endParaRPr lang="en-US">
              <a:latin typeface="Arial" charset="0"/>
            </a:endParaRPr>
          </a:p>
        </p:txBody>
      </p:sp>
      <p:sp>
        <p:nvSpPr>
          <p:cNvPr id="14" name="Date Placeholder 13">
            <a:extLst>
              <a:ext uri="{FF2B5EF4-FFF2-40B4-BE49-F238E27FC236}">
                <a16:creationId xmlns:a16="http://schemas.microsoft.com/office/drawing/2014/main" id="{4D789847-1E3F-6C14-E0B4-D2D6372F61A2}"/>
              </a:ext>
            </a:extLst>
          </p:cNvPr>
          <p:cNvSpPr>
            <a:spLocks noGrp="1"/>
          </p:cNvSpPr>
          <p:nvPr>
            <p:ph type="dt" sz="half" idx="2"/>
          </p:nvPr>
        </p:nvSpPr>
        <p:spPr>
          <a:xfrm>
            <a:off x="5791200" y="6405563"/>
            <a:ext cx="3044825" cy="365125"/>
          </a:xfrm>
          <a:prstGeom prst="rect">
            <a:avLst/>
          </a:prstGeom>
        </p:spPr>
        <p:txBody>
          <a:bodyPr vert="horz"/>
          <a:lstStyle>
            <a:lvl1pPr algn="r" eaLnBrk="1" latinLnBrk="0" hangingPunct="1">
              <a:defRPr kumimoji="0" sz="1400">
                <a:solidFill>
                  <a:srgbClr val="FFFFFF"/>
                </a:solidFill>
                <a:latin typeface="Arial" charset="0"/>
              </a:defRPr>
            </a:lvl1pPr>
          </a:lstStyle>
          <a:p>
            <a:pPr>
              <a:defRPr/>
            </a:pPr>
            <a:endParaRPr lang="en-US"/>
          </a:p>
        </p:txBody>
      </p:sp>
      <p:sp>
        <p:nvSpPr>
          <p:cNvPr id="3" name="Footer Placeholder 2">
            <a:extLst>
              <a:ext uri="{FF2B5EF4-FFF2-40B4-BE49-F238E27FC236}">
                <a16:creationId xmlns:a16="http://schemas.microsoft.com/office/drawing/2014/main" id="{EDBE89B4-46CE-9F0E-C295-CD8997374974}"/>
              </a:ext>
            </a:extLst>
          </p:cNvPr>
          <p:cNvSpPr>
            <a:spLocks noGrp="1"/>
          </p:cNvSpPr>
          <p:nvPr>
            <p:ph type="ftr" sz="quarter" idx="3"/>
          </p:nvPr>
        </p:nvSpPr>
        <p:spPr>
          <a:xfrm>
            <a:off x="304800" y="6410325"/>
            <a:ext cx="3581400" cy="366713"/>
          </a:xfrm>
          <a:prstGeom prst="rect">
            <a:avLst/>
          </a:prstGeom>
        </p:spPr>
        <p:txBody>
          <a:bodyPr vert="horz"/>
          <a:lstStyle>
            <a:lvl1pPr algn="l" eaLnBrk="1" latinLnBrk="0" hangingPunct="1">
              <a:defRPr kumimoji="0" sz="1200">
                <a:solidFill>
                  <a:srgbClr val="FFFFFF"/>
                </a:solidFill>
                <a:latin typeface="Arial" charset="0"/>
              </a:defRPr>
            </a:lvl1pPr>
          </a:lstStyle>
          <a:p>
            <a:pPr>
              <a:defRPr/>
            </a:pPr>
            <a:endParaRPr lang="en-US"/>
          </a:p>
        </p:txBody>
      </p:sp>
      <p:sp>
        <p:nvSpPr>
          <p:cNvPr id="8" name="Rectangle 7">
            <a:extLst>
              <a:ext uri="{FF2B5EF4-FFF2-40B4-BE49-F238E27FC236}">
                <a16:creationId xmlns:a16="http://schemas.microsoft.com/office/drawing/2014/main" id="{54AB0096-74CD-8B6D-7FCB-4E0E6A602722}"/>
              </a:ext>
            </a:extLst>
          </p:cNvPr>
          <p:cNvSpPr>
            <a:spLocks noChangeArrowheads="1"/>
          </p:cNvSpPr>
          <p:nvPr/>
        </p:nvSpPr>
        <p:spPr bwMode="auto">
          <a:xfrm>
            <a:off x="152400" y="155575"/>
            <a:ext cx="8832850" cy="6546850"/>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wrap="none" anchor="ctr"/>
          <a:lstStyle/>
          <a:p>
            <a:pPr eaLnBrk="1" hangingPunct="1">
              <a:defRPr/>
            </a:pPr>
            <a:endParaRPr lang="en-US" dirty="0">
              <a:latin typeface="Arial" charset="0"/>
            </a:endParaRPr>
          </a:p>
        </p:txBody>
      </p:sp>
      <p:sp>
        <p:nvSpPr>
          <p:cNvPr id="10" name="Straight Connector 9">
            <a:extLst>
              <a:ext uri="{FF2B5EF4-FFF2-40B4-BE49-F238E27FC236}">
                <a16:creationId xmlns:a16="http://schemas.microsoft.com/office/drawing/2014/main" id="{C498DAC9-0054-A320-37F6-4E1C913C724F}"/>
              </a:ext>
            </a:extLst>
          </p:cNvPr>
          <p:cNvSpPr>
            <a:spLocks noChangeShapeType="1"/>
          </p:cNvSpPr>
          <p:nvPr/>
        </p:nvSpPr>
        <p:spPr bwMode="auto">
          <a:xfrm>
            <a:off x="152400" y="1276350"/>
            <a:ext cx="8832850"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wrap="none" anchor="ctr"/>
          <a:lstStyle/>
          <a:p>
            <a:pPr eaLnBrk="1" hangingPunct="1">
              <a:defRPr/>
            </a:pPr>
            <a:endParaRPr lang="en-US">
              <a:latin typeface="Arial" charset="0"/>
            </a:endParaRPr>
          </a:p>
        </p:txBody>
      </p:sp>
      <p:sp>
        <p:nvSpPr>
          <p:cNvPr id="12" name="Oval 11">
            <a:extLst>
              <a:ext uri="{FF2B5EF4-FFF2-40B4-BE49-F238E27FC236}">
                <a16:creationId xmlns:a16="http://schemas.microsoft.com/office/drawing/2014/main" id="{90BE213E-EA24-CDF6-A94E-E6FBA20C874E}"/>
              </a:ext>
            </a:extLst>
          </p:cNvPr>
          <p:cNvSpPr/>
          <p:nvPr/>
        </p:nvSpPr>
        <p:spPr>
          <a:xfrm>
            <a:off x="4267200" y="955675"/>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5" name="Oval 14">
            <a:extLst>
              <a:ext uri="{FF2B5EF4-FFF2-40B4-BE49-F238E27FC236}">
                <a16:creationId xmlns:a16="http://schemas.microsoft.com/office/drawing/2014/main" id="{99325F08-2394-94AE-BD15-DD974B10F569}"/>
              </a:ext>
            </a:extLst>
          </p:cNvPr>
          <p:cNvSpPr/>
          <p:nvPr/>
        </p:nvSpPr>
        <p:spPr>
          <a:xfrm>
            <a:off x="4362450" y="1050925"/>
            <a:ext cx="419100" cy="420688"/>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3" name="Slide Number Placeholder 22">
            <a:extLst>
              <a:ext uri="{FF2B5EF4-FFF2-40B4-BE49-F238E27FC236}">
                <a16:creationId xmlns:a16="http://schemas.microsoft.com/office/drawing/2014/main" id="{90F68AED-C83F-A0EB-95FF-F5230AFBC866}"/>
              </a:ext>
            </a:extLst>
          </p:cNvPr>
          <p:cNvSpPr>
            <a:spLocks noGrp="1"/>
          </p:cNvSpPr>
          <p:nvPr>
            <p:ph type="sldNum" sz="quarter" idx="4"/>
          </p:nvPr>
        </p:nvSpPr>
        <p:spPr>
          <a:xfrm>
            <a:off x="4343400" y="1039813"/>
            <a:ext cx="457200" cy="441325"/>
          </a:xfrm>
          <a:prstGeom prst="rect">
            <a:avLst/>
          </a:prstGeom>
        </p:spPr>
        <p:txBody>
          <a:bodyPr vert="horz" wrap="square" lIns="45720" tIns="45720" rIns="45720" bIns="45720" numCol="1" anchor="ctr" anchorCtr="0" compatLnSpc="1">
            <a:prstTxWarp prst="textNoShape">
              <a:avLst/>
            </a:prstTxWarp>
            <a:normAutofit/>
          </a:bodyPr>
          <a:lstStyle>
            <a:lvl1pPr algn="ctr" eaLnBrk="1" hangingPunct="1">
              <a:defRPr sz="1600" smtClean="0">
                <a:solidFill>
                  <a:srgbClr val="7B9899"/>
                </a:solidFill>
              </a:defRPr>
            </a:lvl1pPr>
          </a:lstStyle>
          <a:p>
            <a:pPr>
              <a:defRPr/>
            </a:pPr>
            <a:fld id="{FB620400-E7DF-4C35-8A42-89BF9945F3F8}" type="slidenum">
              <a:rPr lang="en-US" altLang="en-US"/>
              <a:pPr>
                <a:defRPr/>
              </a:pPr>
              <a:t>‹#›</a:t>
            </a:fld>
            <a:endParaRPr lang="en-US" altLang="en-US"/>
          </a:p>
        </p:txBody>
      </p:sp>
      <p:sp>
        <p:nvSpPr>
          <p:cNvPr id="1038" name="Title Placeholder 21">
            <a:extLst>
              <a:ext uri="{FF2B5EF4-FFF2-40B4-BE49-F238E27FC236}">
                <a16:creationId xmlns:a16="http://schemas.microsoft.com/office/drawing/2014/main" id="{B3C4435A-3C81-0F95-047E-4B4D5923EEA6}"/>
              </a:ext>
            </a:extLst>
          </p:cNvPr>
          <p:cNvSpPr>
            <a:spLocks noGrp="1"/>
          </p:cNvSpPr>
          <p:nvPr>
            <p:ph type="title"/>
          </p:nvPr>
        </p:nvSpPr>
        <p:spPr bwMode="auto">
          <a:xfrm>
            <a:off x="301625" y="228600"/>
            <a:ext cx="8534400"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39" name="Text Placeholder 12">
            <a:extLst>
              <a:ext uri="{FF2B5EF4-FFF2-40B4-BE49-F238E27FC236}">
                <a16:creationId xmlns:a16="http://schemas.microsoft.com/office/drawing/2014/main" id="{91B54F33-F04B-60C2-79C2-1E1FE59D5EC8}"/>
              </a:ext>
            </a:extLst>
          </p:cNvPr>
          <p:cNvSpPr>
            <a:spLocks noGrp="1"/>
          </p:cNvSpPr>
          <p:nvPr>
            <p:ph type="body" idx="1"/>
          </p:nvPr>
        </p:nvSpPr>
        <p:spPr bwMode="auto">
          <a:xfrm>
            <a:off x="301625" y="1524000"/>
            <a:ext cx="8534400" cy="459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Lst>
  <p:txStyles>
    <p:titleStyle>
      <a:lvl1pPr algn="ctr" rtl="0" eaLnBrk="0" fontAlgn="base" hangingPunct="0">
        <a:spcBef>
          <a:spcPct val="0"/>
        </a:spcBef>
        <a:spcAft>
          <a:spcPct val="0"/>
        </a:spcAft>
        <a:defRPr sz="3300" kern="1200">
          <a:solidFill>
            <a:srgbClr val="7B9899"/>
          </a:solidFill>
          <a:latin typeface="+mj-lt"/>
          <a:ea typeface="+mj-ea"/>
          <a:cs typeface="+mj-cs"/>
        </a:defRPr>
      </a:lvl1pPr>
      <a:lvl2pPr algn="ctr" rtl="0" eaLnBrk="0" fontAlgn="base" hangingPunct="0">
        <a:spcBef>
          <a:spcPct val="0"/>
        </a:spcBef>
        <a:spcAft>
          <a:spcPct val="0"/>
        </a:spcAft>
        <a:defRPr sz="3300">
          <a:solidFill>
            <a:srgbClr val="7B9899"/>
          </a:solidFill>
          <a:latin typeface="Georgia" pitchFamily="18" charset="0"/>
        </a:defRPr>
      </a:lvl2pPr>
      <a:lvl3pPr algn="ctr" rtl="0" eaLnBrk="0" fontAlgn="base" hangingPunct="0">
        <a:spcBef>
          <a:spcPct val="0"/>
        </a:spcBef>
        <a:spcAft>
          <a:spcPct val="0"/>
        </a:spcAft>
        <a:defRPr sz="3300">
          <a:solidFill>
            <a:srgbClr val="7B9899"/>
          </a:solidFill>
          <a:latin typeface="Georgia" pitchFamily="18" charset="0"/>
        </a:defRPr>
      </a:lvl3pPr>
      <a:lvl4pPr algn="ctr" rtl="0" eaLnBrk="0" fontAlgn="base" hangingPunct="0">
        <a:spcBef>
          <a:spcPct val="0"/>
        </a:spcBef>
        <a:spcAft>
          <a:spcPct val="0"/>
        </a:spcAft>
        <a:defRPr sz="3300">
          <a:solidFill>
            <a:srgbClr val="7B9899"/>
          </a:solidFill>
          <a:latin typeface="Georgia" pitchFamily="18" charset="0"/>
        </a:defRPr>
      </a:lvl4pPr>
      <a:lvl5pPr algn="ctr" rtl="0" eaLnBrk="0" fontAlgn="base" hangingPunct="0">
        <a:spcBef>
          <a:spcPct val="0"/>
        </a:spcBef>
        <a:spcAft>
          <a:spcPct val="0"/>
        </a:spcAft>
        <a:defRPr sz="3300">
          <a:solidFill>
            <a:srgbClr val="7B9899"/>
          </a:solidFill>
          <a:latin typeface="Georgia" pitchFamily="18" charset="0"/>
        </a:defRPr>
      </a:lvl5pPr>
      <a:lvl6pPr marL="457200" algn="ctr" rtl="0" fontAlgn="base">
        <a:spcBef>
          <a:spcPct val="0"/>
        </a:spcBef>
        <a:spcAft>
          <a:spcPct val="0"/>
        </a:spcAft>
        <a:defRPr sz="3300">
          <a:solidFill>
            <a:srgbClr val="7B9899"/>
          </a:solidFill>
          <a:latin typeface="Georgia" pitchFamily="18" charset="0"/>
        </a:defRPr>
      </a:lvl6pPr>
      <a:lvl7pPr marL="914400" algn="ctr" rtl="0" fontAlgn="base">
        <a:spcBef>
          <a:spcPct val="0"/>
        </a:spcBef>
        <a:spcAft>
          <a:spcPct val="0"/>
        </a:spcAft>
        <a:defRPr sz="3300">
          <a:solidFill>
            <a:srgbClr val="7B9899"/>
          </a:solidFill>
          <a:latin typeface="Georgia" pitchFamily="18" charset="0"/>
        </a:defRPr>
      </a:lvl7pPr>
      <a:lvl8pPr marL="1371600" algn="ctr" rtl="0" fontAlgn="base">
        <a:spcBef>
          <a:spcPct val="0"/>
        </a:spcBef>
        <a:spcAft>
          <a:spcPct val="0"/>
        </a:spcAft>
        <a:defRPr sz="3300">
          <a:solidFill>
            <a:srgbClr val="7B9899"/>
          </a:solidFill>
          <a:latin typeface="Georgia" pitchFamily="18" charset="0"/>
        </a:defRPr>
      </a:lvl8pPr>
      <a:lvl9pPr marL="1828800" algn="ctr" rtl="0" fontAlgn="base">
        <a:spcBef>
          <a:spcPct val="0"/>
        </a:spcBef>
        <a:spcAft>
          <a:spcPct val="0"/>
        </a:spcAft>
        <a:defRPr sz="3300">
          <a:solidFill>
            <a:srgbClr val="7B9899"/>
          </a:solidFill>
          <a:latin typeface="Georgia" pitchFamily="18" charset="0"/>
        </a:defRPr>
      </a:lvl9pPr>
    </p:titleStyle>
    <p:bodyStyle>
      <a:lvl1pPr marL="273050" indent="-273050" algn="l" rtl="0" eaLnBrk="0" fontAlgn="base" hangingPunct="0">
        <a:spcBef>
          <a:spcPct val="20000"/>
        </a:spcBef>
        <a:spcAft>
          <a:spcPct val="0"/>
        </a:spcAft>
        <a:buClr>
          <a:schemeClr val="accent1"/>
        </a:buClr>
        <a:buSzPct val="85000"/>
        <a:buFont typeface="Wingdings 2" panose="05020102010507070707" pitchFamily="18"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panose="05000000000000000000" pitchFamily="2"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8CADAE"/>
        </a:buClr>
        <a:buSzPct val="7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8C7B70"/>
        </a:buClr>
        <a:buSzPct val="70000"/>
        <a:buFont typeface="Wingdings" panose="05000000000000000000" pitchFamily="2"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8FB08C"/>
        </a:buClr>
        <a:buChar char="•"/>
        <a:defRPr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3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1.jpeg"/></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a:extLst>
              <a:ext uri="{FF2B5EF4-FFF2-40B4-BE49-F238E27FC236}">
                <a16:creationId xmlns:a16="http://schemas.microsoft.com/office/drawing/2014/main" id="{60D8EC5B-E2EF-8D5A-601C-EAE0A42E3E33}"/>
              </a:ext>
            </a:extLst>
          </p:cNvPr>
          <p:cNvSpPr>
            <a:spLocks noGrp="1" noChangeArrowheads="1"/>
          </p:cNvSpPr>
          <p:nvPr>
            <p:ph type="subTitle" idx="1"/>
          </p:nvPr>
        </p:nvSpPr>
        <p:spPr/>
        <p:txBody>
          <a:bodyPr>
            <a:normAutofit/>
          </a:bodyPr>
          <a:lstStyle/>
          <a:p>
            <a:pPr eaLnBrk="1" fontAlgn="auto" hangingPunct="1">
              <a:spcAft>
                <a:spcPts val="0"/>
              </a:spcAft>
              <a:buFont typeface="Wingdings 2"/>
              <a:buNone/>
              <a:defRPr/>
            </a:pPr>
            <a:r>
              <a:rPr lang="en-US" dirty="0"/>
              <a:t>An Introduction</a:t>
            </a:r>
          </a:p>
          <a:p>
            <a:pPr eaLnBrk="1" fontAlgn="auto" hangingPunct="1">
              <a:spcAft>
                <a:spcPts val="0"/>
              </a:spcAft>
              <a:buFont typeface="Wingdings 2"/>
              <a:buNone/>
              <a:defRPr/>
            </a:pPr>
            <a:endParaRPr lang="en-US" dirty="0"/>
          </a:p>
          <a:p>
            <a:pPr eaLnBrk="1" fontAlgn="auto" hangingPunct="1">
              <a:spcAft>
                <a:spcPts val="0"/>
              </a:spcAft>
              <a:buFont typeface="Wingdings 2"/>
              <a:buNone/>
              <a:defRPr/>
            </a:pPr>
            <a:r>
              <a:rPr lang="en-US" dirty="0"/>
              <a:t>SWE 3633-Software Design &amp; Architecture</a:t>
            </a:r>
          </a:p>
          <a:p>
            <a:pPr eaLnBrk="1" fontAlgn="auto" hangingPunct="1">
              <a:spcAft>
                <a:spcPts val="0"/>
              </a:spcAft>
              <a:buFont typeface="Wingdings 2"/>
              <a:buNone/>
              <a:defRPr/>
            </a:pPr>
            <a:endParaRPr lang="en-US" dirty="0"/>
          </a:p>
          <a:p>
            <a:pPr eaLnBrk="1" fontAlgn="auto" hangingPunct="1">
              <a:spcAft>
                <a:spcPts val="0"/>
              </a:spcAft>
              <a:buFont typeface="Wingdings 2"/>
              <a:buNone/>
              <a:defRPr/>
            </a:pPr>
            <a:endParaRPr lang="en-US" dirty="0"/>
          </a:p>
          <a:p>
            <a:pPr eaLnBrk="1" fontAlgn="auto" hangingPunct="1">
              <a:spcAft>
                <a:spcPts val="0"/>
              </a:spcAft>
              <a:buFont typeface="Wingdings 2"/>
              <a:buNone/>
              <a:defRPr/>
            </a:pPr>
            <a:endParaRPr lang="en-US" dirty="0"/>
          </a:p>
          <a:p>
            <a:pPr eaLnBrk="1" fontAlgn="auto" hangingPunct="1">
              <a:spcAft>
                <a:spcPts val="0"/>
              </a:spcAft>
              <a:buFont typeface="Wingdings 2"/>
              <a:buNone/>
              <a:defRPr/>
            </a:pPr>
            <a:endParaRPr lang="en-US" dirty="0"/>
          </a:p>
        </p:txBody>
      </p:sp>
      <p:sp>
        <p:nvSpPr>
          <p:cNvPr id="14339" name="Rectangle 2">
            <a:extLst>
              <a:ext uri="{FF2B5EF4-FFF2-40B4-BE49-F238E27FC236}">
                <a16:creationId xmlns:a16="http://schemas.microsoft.com/office/drawing/2014/main" id="{143A5224-D596-2AEC-B4A6-40C90CCCE5DB}"/>
              </a:ext>
            </a:extLst>
          </p:cNvPr>
          <p:cNvSpPr>
            <a:spLocks noGrp="1"/>
          </p:cNvSpPr>
          <p:nvPr>
            <p:ph type="ctrTitle"/>
          </p:nvPr>
        </p:nvSpPr>
        <p:spPr/>
        <p:txBody>
          <a:bodyPr/>
          <a:lstStyle/>
          <a:p>
            <a:pPr eaLnBrk="1" hangingPunct="1"/>
            <a:r>
              <a:rPr lang="en-US" altLang="en-US" b="1" dirty="0"/>
              <a:t>Software Architecture</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1022391E-3242-EDD8-ECEA-125C7AA230CB}"/>
              </a:ext>
            </a:extLst>
          </p:cNvPr>
          <p:cNvSpPr>
            <a:spLocks noGrp="1"/>
          </p:cNvSpPr>
          <p:nvPr>
            <p:ph type="title" idx="4294967295"/>
          </p:nvPr>
        </p:nvSpPr>
        <p:spPr>
          <a:xfrm>
            <a:off x="1371600" y="274638"/>
            <a:ext cx="7772400" cy="1143000"/>
          </a:xfrm>
        </p:spPr>
        <p:txBody>
          <a:bodyPr/>
          <a:lstStyle/>
          <a:p>
            <a:pPr eaLnBrk="1" hangingPunct="1"/>
            <a:r>
              <a:rPr lang="en-US" altLang="en-US" b="1" dirty="0">
                <a:solidFill>
                  <a:schemeClr val="tx1"/>
                </a:solidFill>
              </a:rPr>
              <a:t>SOFTWARE ARCHITECTURE</a:t>
            </a:r>
            <a:endParaRPr lang="en-US" altLang="en-US" dirty="0"/>
          </a:p>
        </p:txBody>
      </p:sp>
      <p:sp>
        <p:nvSpPr>
          <p:cNvPr id="16387" name="Content Placeholder 2">
            <a:extLst>
              <a:ext uri="{FF2B5EF4-FFF2-40B4-BE49-F238E27FC236}">
                <a16:creationId xmlns:a16="http://schemas.microsoft.com/office/drawing/2014/main" id="{42422F93-B204-DE1E-F011-7AF920B3111C}"/>
              </a:ext>
            </a:extLst>
          </p:cNvPr>
          <p:cNvSpPr>
            <a:spLocks noGrp="1"/>
          </p:cNvSpPr>
          <p:nvPr>
            <p:ph sz="quarter" idx="4294967295"/>
          </p:nvPr>
        </p:nvSpPr>
        <p:spPr>
          <a:xfrm>
            <a:off x="1371600" y="1447800"/>
            <a:ext cx="7772400" cy="4572000"/>
          </a:xfrm>
        </p:spPr>
        <p:txBody>
          <a:bodyPr/>
          <a:lstStyle/>
          <a:p>
            <a:pPr eaLnBrk="1" hangingPunct="1"/>
            <a:endParaRPr lang="en-US" altLang="en-US" sz="2800" b="1"/>
          </a:p>
          <a:p>
            <a:pPr eaLnBrk="1" hangingPunct="1"/>
            <a:r>
              <a:rPr lang="en-US" altLang="en-US" sz="2800" b="1"/>
              <a:t>Software architects use various </a:t>
            </a:r>
            <a:r>
              <a:rPr lang="en-US" altLang="en-US" sz="2800" b="1">
                <a:solidFill>
                  <a:srgbClr val="FF0000"/>
                </a:solidFill>
              </a:rPr>
              <a:t>design strategies </a:t>
            </a:r>
            <a:r>
              <a:rPr lang="en-US" altLang="en-US" sz="2800" b="1"/>
              <a:t>in software construction to divide and conquer the complexities of a problem domain and solve the problem. </a:t>
            </a:r>
          </a:p>
          <a:p>
            <a:pPr eaLnBrk="1" hangingPunct="1"/>
            <a:endParaRPr lang="en-US" altLang="en-US"/>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F2F69488-9CC7-B673-4816-0B5521BF206E}"/>
              </a:ext>
            </a:extLst>
          </p:cNvPr>
          <p:cNvSpPr>
            <a:spLocks noGrp="1"/>
          </p:cNvSpPr>
          <p:nvPr>
            <p:ph type="title" idx="4294967295"/>
          </p:nvPr>
        </p:nvSpPr>
        <p:spPr>
          <a:xfrm>
            <a:off x="1371600" y="274638"/>
            <a:ext cx="7772400" cy="1143000"/>
          </a:xfrm>
        </p:spPr>
        <p:txBody>
          <a:bodyPr/>
          <a:lstStyle/>
          <a:p>
            <a:pPr eaLnBrk="1" hangingPunct="1"/>
            <a:r>
              <a:rPr lang="en-US" altLang="en-US" b="1"/>
              <a:t>Software Engineering Design</a:t>
            </a:r>
          </a:p>
        </p:txBody>
      </p:sp>
      <p:sp>
        <p:nvSpPr>
          <p:cNvPr id="18435" name="Content Placeholder 2">
            <a:extLst>
              <a:ext uri="{FF2B5EF4-FFF2-40B4-BE49-F238E27FC236}">
                <a16:creationId xmlns:a16="http://schemas.microsoft.com/office/drawing/2014/main" id="{640F056E-2983-4498-1C44-A42433426953}"/>
              </a:ext>
            </a:extLst>
          </p:cNvPr>
          <p:cNvSpPr>
            <a:spLocks noGrp="1"/>
          </p:cNvSpPr>
          <p:nvPr>
            <p:ph sz="quarter" idx="4294967295"/>
          </p:nvPr>
        </p:nvSpPr>
        <p:spPr>
          <a:xfrm>
            <a:off x="1371600" y="1447800"/>
            <a:ext cx="7772400" cy="4572000"/>
          </a:xfrm>
        </p:spPr>
        <p:txBody>
          <a:bodyPr/>
          <a:lstStyle/>
          <a:p>
            <a:pPr eaLnBrk="1" hangingPunct="1"/>
            <a:endParaRPr lang="en-US" altLang="en-US" sz="4000" b="1"/>
          </a:p>
          <a:p>
            <a:pPr eaLnBrk="1" hangingPunct="1"/>
            <a:r>
              <a:rPr lang="en-US" altLang="en-US" sz="4000" b="1"/>
              <a:t>Step-1: Architectural Design </a:t>
            </a:r>
          </a:p>
          <a:p>
            <a:pPr eaLnBrk="1" hangingPunct="1"/>
            <a:endParaRPr lang="en-US" altLang="en-US" sz="4000" b="1"/>
          </a:p>
          <a:p>
            <a:pPr eaLnBrk="1" hangingPunct="1"/>
            <a:r>
              <a:rPr lang="en-US" altLang="en-US" sz="4000" b="1"/>
              <a:t>Step-2: Detailed Design</a:t>
            </a:r>
          </a:p>
          <a:p>
            <a:pPr eaLnBrk="1" hangingPunct="1"/>
            <a:endParaRPr lang="en-US" altLang="en-US"/>
          </a:p>
        </p:txBody>
      </p:sp>
    </p:spTree>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4C8E4379-62C9-0DD1-E9B4-AADAB4C68B72}"/>
              </a:ext>
            </a:extLst>
          </p:cNvPr>
          <p:cNvSpPr>
            <a:spLocks noGrp="1"/>
          </p:cNvSpPr>
          <p:nvPr>
            <p:ph type="title" idx="4294967295"/>
          </p:nvPr>
        </p:nvSpPr>
        <p:spPr>
          <a:xfrm>
            <a:off x="1371600" y="274638"/>
            <a:ext cx="7772400" cy="1143000"/>
          </a:xfrm>
        </p:spPr>
        <p:txBody>
          <a:bodyPr/>
          <a:lstStyle/>
          <a:p>
            <a:pPr eaLnBrk="1" hangingPunct="1"/>
            <a:r>
              <a:rPr lang="en-US" altLang="en-US" b="1"/>
              <a:t>Architectural Design</a:t>
            </a:r>
          </a:p>
        </p:txBody>
      </p:sp>
      <p:sp>
        <p:nvSpPr>
          <p:cNvPr id="20483" name="Rectangle 3">
            <a:extLst>
              <a:ext uri="{FF2B5EF4-FFF2-40B4-BE49-F238E27FC236}">
                <a16:creationId xmlns:a16="http://schemas.microsoft.com/office/drawing/2014/main" id="{B33CA657-3D3F-0B40-EDAC-F81C75542B8E}"/>
              </a:ext>
            </a:extLst>
          </p:cNvPr>
          <p:cNvSpPr>
            <a:spLocks noGrp="1"/>
          </p:cNvSpPr>
          <p:nvPr>
            <p:ph sz="quarter" idx="4294967295"/>
          </p:nvPr>
        </p:nvSpPr>
        <p:spPr>
          <a:xfrm>
            <a:off x="1371600" y="1447800"/>
            <a:ext cx="7772400" cy="4572000"/>
          </a:xfrm>
        </p:spPr>
        <p:txBody>
          <a:bodyPr/>
          <a:lstStyle/>
          <a:p>
            <a:pPr eaLnBrk="1" hangingPunct="1"/>
            <a:r>
              <a:rPr lang="en-US" altLang="en-US" sz="4000" b="1"/>
              <a:t>During the architectural design step we describe user accessible components and the interconnections among them that are </a:t>
            </a:r>
            <a:r>
              <a:rPr lang="en-US" altLang="en-US" sz="4000" b="1">
                <a:solidFill>
                  <a:srgbClr val="FF0000"/>
                </a:solidFill>
              </a:rPr>
              <a:t>visible</a:t>
            </a:r>
            <a:r>
              <a:rPr lang="en-US" altLang="en-US" sz="4000" b="1"/>
              <a:t> to stakeholders.</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905658BD-6919-57EB-F4B3-4D460E015720}"/>
              </a:ext>
            </a:extLst>
          </p:cNvPr>
          <p:cNvSpPr>
            <a:spLocks noGrp="1"/>
          </p:cNvSpPr>
          <p:nvPr>
            <p:ph type="title" idx="4294967295"/>
          </p:nvPr>
        </p:nvSpPr>
        <p:spPr>
          <a:xfrm>
            <a:off x="1371600" y="274638"/>
            <a:ext cx="7772400" cy="1143000"/>
          </a:xfrm>
        </p:spPr>
        <p:txBody>
          <a:bodyPr/>
          <a:lstStyle/>
          <a:p>
            <a:pPr eaLnBrk="1" hangingPunct="1"/>
            <a:r>
              <a:rPr lang="en-US" altLang="en-US" b="1" dirty="0"/>
              <a:t>Detailed Design</a:t>
            </a:r>
          </a:p>
        </p:txBody>
      </p:sp>
      <p:sp>
        <p:nvSpPr>
          <p:cNvPr id="22531" name="Rectangle 3">
            <a:extLst>
              <a:ext uri="{FF2B5EF4-FFF2-40B4-BE49-F238E27FC236}">
                <a16:creationId xmlns:a16="http://schemas.microsoft.com/office/drawing/2014/main" id="{EE1AE15A-9F92-ED4B-2E6C-7E6714154F1E}"/>
              </a:ext>
            </a:extLst>
          </p:cNvPr>
          <p:cNvSpPr>
            <a:spLocks noGrp="1"/>
          </p:cNvSpPr>
          <p:nvPr>
            <p:ph sz="quarter" idx="4294967295"/>
          </p:nvPr>
        </p:nvSpPr>
        <p:spPr>
          <a:xfrm>
            <a:off x="1371600" y="1447800"/>
            <a:ext cx="7772400" cy="4572000"/>
          </a:xfrm>
        </p:spPr>
        <p:txBody>
          <a:bodyPr/>
          <a:lstStyle/>
          <a:p>
            <a:pPr eaLnBrk="1" hangingPunct="1"/>
            <a:r>
              <a:rPr lang="en-US" altLang="en-US" sz="4000" b="1" dirty="0"/>
              <a:t>During the detailed design step we specify the internal details of each component and we might introduce new </a:t>
            </a:r>
            <a:r>
              <a:rPr lang="en-US" altLang="en-US" sz="4000" b="1" dirty="0">
                <a:solidFill>
                  <a:srgbClr val="FF0000"/>
                </a:solidFill>
              </a:rPr>
              <a:t>invisible</a:t>
            </a:r>
            <a:r>
              <a:rPr lang="en-US" altLang="en-US" sz="4000" b="1" dirty="0"/>
              <a:t> components – to the stakeholder, into the design.</a:t>
            </a:r>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a:extLst>
              <a:ext uri="{FF2B5EF4-FFF2-40B4-BE49-F238E27FC236}">
                <a16:creationId xmlns:a16="http://schemas.microsoft.com/office/drawing/2014/main" id="{2E0FC7A9-71D9-02AD-ED21-6338F70B2735}"/>
              </a:ext>
            </a:extLst>
          </p:cNvPr>
          <p:cNvSpPr>
            <a:spLocks noGrp="1" noChangeArrowheads="1"/>
          </p:cNvSpPr>
          <p:nvPr>
            <p:ph sz="quarter" idx="4294967295"/>
          </p:nvPr>
        </p:nvSpPr>
        <p:spPr>
          <a:xfrm>
            <a:off x="1371600" y="1447800"/>
            <a:ext cx="7772400" cy="4572000"/>
          </a:xfrm>
        </p:spPr>
        <p:txBody>
          <a:bodyPr>
            <a:normAutofit lnSpcReduction="10000"/>
          </a:bodyPr>
          <a:lstStyle/>
          <a:p>
            <a:pPr marL="274320" indent="-274320" eaLnBrk="1" fontAlgn="auto" hangingPunct="1">
              <a:spcAft>
                <a:spcPts val="0"/>
              </a:spcAft>
              <a:buFont typeface="Wingdings 2"/>
              <a:buChar char=""/>
              <a:defRPr/>
            </a:pPr>
            <a:r>
              <a:rPr lang="en-US" sz="4000" b="1" dirty="0"/>
              <a:t>In practice, designers </a:t>
            </a:r>
            <a:r>
              <a:rPr lang="en-US" sz="4000" b="1" dirty="0">
                <a:solidFill>
                  <a:srgbClr val="FF0000"/>
                </a:solidFill>
              </a:rPr>
              <a:t>abstract</a:t>
            </a:r>
            <a:r>
              <a:rPr lang="en-US" sz="4000" b="1" dirty="0"/>
              <a:t> common features such as similar choices on element types and connections into “families of architectures” using the notion of “</a:t>
            </a:r>
            <a:r>
              <a:rPr lang="en-US" sz="4000" b="1" dirty="0">
                <a:solidFill>
                  <a:srgbClr val="FF0000"/>
                </a:solidFill>
              </a:rPr>
              <a:t>architectural style</a:t>
            </a:r>
            <a:r>
              <a:rPr lang="en-US" sz="4000" b="1" dirty="0"/>
              <a:t>.”</a:t>
            </a:r>
          </a:p>
        </p:txBody>
      </p:sp>
      <p:sp>
        <p:nvSpPr>
          <p:cNvPr id="3" name="Title 2">
            <a:extLst>
              <a:ext uri="{FF2B5EF4-FFF2-40B4-BE49-F238E27FC236}">
                <a16:creationId xmlns:a16="http://schemas.microsoft.com/office/drawing/2014/main" id="{2846344A-BFBB-B876-283A-050C1BB2B7B9}"/>
              </a:ext>
            </a:extLst>
          </p:cNvPr>
          <p:cNvSpPr>
            <a:spLocks noGrp="1"/>
          </p:cNvSpPr>
          <p:nvPr>
            <p:ph type="title" idx="4294967295"/>
          </p:nvPr>
        </p:nvSpPr>
        <p:spPr/>
        <p:txBody>
          <a:bodyPr/>
          <a:lstStyle/>
          <a:p>
            <a:r>
              <a:rPr lang="en-US" dirty="0"/>
              <a:t>Detailed Design (cont.)</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64459-F6BC-91D5-13A5-B77C448E82E3}"/>
              </a:ext>
            </a:extLst>
          </p:cNvPr>
          <p:cNvSpPr>
            <a:spLocks noGrp="1"/>
          </p:cNvSpPr>
          <p:nvPr>
            <p:ph type="title"/>
          </p:nvPr>
        </p:nvSpPr>
        <p:spPr/>
        <p:txBody>
          <a:bodyPr/>
          <a:lstStyle/>
          <a:p>
            <a:pPr>
              <a:defRPr/>
            </a:pPr>
            <a:r>
              <a:rPr lang="en-US" dirty="0"/>
              <a:t>What is Abstraction?</a:t>
            </a:r>
          </a:p>
        </p:txBody>
      </p:sp>
      <p:sp>
        <p:nvSpPr>
          <p:cNvPr id="3" name="Content Placeholder 2">
            <a:extLst>
              <a:ext uri="{FF2B5EF4-FFF2-40B4-BE49-F238E27FC236}">
                <a16:creationId xmlns:a16="http://schemas.microsoft.com/office/drawing/2014/main" id="{9BA6DA62-1D77-D8FF-9360-B3B770538D28}"/>
              </a:ext>
            </a:extLst>
          </p:cNvPr>
          <p:cNvSpPr>
            <a:spLocks noGrp="1"/>
          </p:cNvSpPr>
          <p:nvPr>
            <p:ph sz="quarter" idx="1"/>
          </p:nvPr>
        </p:nvSpPr>
        <p:spPr>
          <a:xfrm>
            <a:off x="301625" y="1527175"/>
            <a:ext cx="5641975" cy="4572000"/>
          </a:xfrm>
        </p:spPr>
        <p:txBody>
          <a:bodyPr/>
          <a:lstStyle/>
          <a:p>
            <a:pPr marL="0" indent="0">
              <a:buFont typeface="Wingdings 2" panose="05020102010507070707" pitchFamily="18" charset="2"/>
              <a:buNone/>
              <a:defRPr/>
            </a:pPr>
            <a:r>
              <a:rPr lang="en-US" dirty="0"/>
              <a:t>From the textbook:</a:t>
            </a:r>
          </a:p>
          <a:p>
            <a:pPr>
              <a:defRPr/>
            </a:pPr>
            <a:r>
              <a:rPr lang="en-US" sz="1800" b="1" dirty="0">
                <a:latin typeface="Garamond-Bold"/>
              </a:rPr>
              <a:t>Abstraction </a:t>
            </a:r>
            <a:r>
              <a:rPr lang="en-US" sz="1800" dirty="0">
                <a:latin typeface="Garamond" panose="02020404030301010803" pitchFamily="18" charset="0"/>
              </a:rPr>
              <a:t>is suppressing or ignoring some properties of objects, events, or situations in favor of others. Abstraction is an important problem-solving technique for two reasons:</a:t>
            </a:r>
          </a:p>
          <a:p>
            <a:pPr>
              <a:defRPr/>
            </a:pPr>
            <a:r>
              <a:rPr lang="en-US" sz="1800" b="1" i="1" dirty="0">
                <a:latin typeface="Garamond-Italic"/>
              </a:rPr>
              <a:t>Problem Simplification</a:t>
            </a:r>
            <a:r>
              <a:rPr lang="en-US" sz="1800" dirty="0">
                <a:latin typeface="Garamond" panose="02020404030301010803" pitchFamily="18" charset="0"/>
              </a:rPr>
              <a:t>—Real problems always have many details irrelevant to their solution. For example, suppose you need to pack your belongings into a moving van. You need not consider the colors, patterns, or styles of your boxes and suitcases, nor the colors, patterns, fabrics, light, or sound in the back of the van. The only information you need to solve this problem is the shape and size of the van’s interior, and the shapes, sizes, weights, and load-bearing capacities of your parcels. </a:t>
            </a:r>
            <a:r>
              <a:rPr lang="en-US" sz="1800" b="1" dirty="0">
                <a:latin typeface="Garamond" panose="02020404030301010803" pitchFamily="18" charset="0"/>
              </a:rPr>
              <a:t>You can concentrate on the pertinent features of the problem without having to keep other details in mind.</a:t>
            </a:r>
            <a:endParaRPr lang="en-US" b="1" dirty="0"/>
          </a:p>
        </p:txBody>
      </p:sp>
      <p:pic>
        <p:nvPicPr>
          <p:cNvPr id="26628" name="Picture 4" descr="Diagram showing a iMachine interface with methods, an abstract Car class, and an Audi class that implements and extends them.">
            <a:extLst>
              <a:ext uri="{FF2B5EF4-FFF2-40B4-BE49-F238E27FC236}">
                <a16:creationId xmlns:a16="http://schemas.microsoft.com/office/drawing/2014/main" id="{33248C5F-25FE-603D-BB94-EC654DA466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371600"/>
            <a:ext cx="2981325"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7" descr="Concrete Vs Abstract Descriptions | by Write Label | Medium">
            <a:extLst>
              <a:ext uri="{FF2B5EF4-FFF2-40B4-BE49-F238E27FC236}">
                <a16:creationId xmlns:a16="http://schemas.microsoft.com/office/drawing/2014/main" id="{CFD1A4A8-5884-A0DA-9797-791A2888D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4038600"/>
            <a:ext cx="18161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6F339-0DB1-0298-5C2F-C18B0592FA9B}"/>
              </a:ext>
            </a:extLst>
          </p:cNvPr>
          <p:cNvSpPr>
            <a:spLocks noGrp="1"/>
          </p:cNvSpPr>
          <p:nvPr>
            <p:ph type="title"/>
          </p:nvPr>
        </p:nvSpPr>
        <p:spPr/>
        <p:txBody>
          <a:bodyPr/>
          <a:lstStyle/>
          <a:p>
            <a:pPr>
              <a:defRPr/>
            </a:pPr>
            <a:r>
              <a:rPr lang="en-US" dirty="0"/>
              <a:t>What is an Architectural Style?</a:t>
            </a:r>
          </a:p>
        </p:txBody>
      </p:sp>
      <p:sp>
        <p:nvSpPr>
          <p:cNvPr id="3" name="Content Placeholder 2">
            <a:extLst>
              <a:ext uri="{FF2B5EF4-FFF2-40B4-BE49-F238E27FC236}">
                <a16:creationId xmlns:a16="http://schemas.microsoft.com/office/drawing/2014/main" id="{E4108EDF-AA3E-92FD-D0A7-740238D7F4C6}"/>
              </a:ext>
            </a:extLst>
          </p:cNvPr>
          <p:cNvSpPr>
            <a:spLocks noGrp="1"/>
          </p:cNvSpPr>
          <p:nvPr>
            <p:ph sz="quarter" idx="1"/>
          </p:nvPr>
        </p:nvSpPr>
        <p:spPr>
          <a:xfrm>
            <a:off x="301625" y="1527175"/>
            <a:ext cx="8504238" cy="4572000"/>
          </a:xfrm>
        </p:spPr>
        <p:txBody>
          <a:bodyPr/>
          <a:lstStyle/>
          <a:p>
            <a:pPr marL="0" indent="0">
              <a:buFont typeface="Wingdings 2" panose="05020102010507070707" pitchFamily="18" charset="2"/>
              <a:buNone/>
              <a:defRPr/>
            </a:pPr>
            <a:r>
              <a:rPr lang="en-US" dirty="0"/>
              <a:t>From the textbook:</a:t>
            </a:r>
          </a:p>
          <a:p>
            <a:pPr>
              <a:defRPr/>
            </a:pPr>
            <a:r>
              <a:rPr lang="en-US" sz="1800" dirty="0">
                <a:latin typeface="Garamond" panose="02020404030301010803" pitchFamily="18" charset="0"/>
              </a:rPr>
              <a:t>An </a:t>
            </a:r>
            <a:r>
              <a:rPr lang="en-US" sz="1800" b="1" dirty="0">
                <a:latin typeface="Garamond-Bold"/>
              </a:rPr>
              <a:t>architectural style </a:t>
            </a:r>
            <a:r>
              <a:rPr lang="en-US" sz="1800" dirty="0">
                <a:latin typeface="Garamond" panose="02020404030301010803" pitchFamily="18" charset="0"/>
              </a:rPr>
              <a:t>is a paradigm of program or system constituent types and their interactions. There are about six standard styles suitable for a wide variety of programs. An architect can begin with an architectural style and elaborate it to produce candidate architectures. </a:t>
            </a:r>
            <a:r>
              <a:rPr lang="en-US" sz="1800" i="1" dirty="0">
                <a:latin typeface="Garamond" panose="02020404030301010803" pitchFamily="18" charset="0"/>
              </a:rPr>
              <a:t>Two examples from chapter 15… layered and event driven:</a:t>
            </a:r>
            <a:endParaRPr lang="en-US" sz="1800" dirty="0">
              <a:latin typeface="Garamond" panose="02020404030301010803" pitchFamily="18" charset="0"/>
            </a:endParaRPr>
          </a:p>
          <a:p>
            <a:pPr marL="0" indent="0">
              <a:buFont typeface="Wingdings 2" panose="05020102010507070707" pitchFamily="18" charset="2"/>
              <a:buNone/>
              <a:defRPr/>
            </a:pPr>
            <a:endParaRPr lang="en-US" dirty="0"/>
          </a:p>
        </p:txBody>
      </p:sp>
      <p:pic>
        <p:nvPicPr>
          <p:cNvPr id="27652" name="Picture 4" descr="Diagram showing an event dispatcher connected to sensors, detectors, and monitors for fire and security, etc.">
            <a:extLst>
              <a:ext uri="{FF2B5EF4-FFF2-40B4-BE49-F238E27FC236}">
                <a16:creationId xmlns:a16="http://schemas.microsoft.com/office/drawing/2014/main" id="{A69B3660-76A6-F796-3C3C-1048509ED2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733800"/>
            <a:ext cx="3567113"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6" descr="Diagram of the OSI model with its seven layers from top to bottom: Application to Physical.">
            <a:extLst>
              <a:ext uri="{FF2B5EF4-FFF2-40B4-BE49-F238E27FC236}">
                <a16:creationId xmlns:a16="http://schemas.microsoft.com/office/drawing/2014/main" id="{A027ECB8-D8B8-8513-03F5-7878083CBD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624263"/>
            <a:ext cx="1643063"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2CA3C7C9-1DC0-B4EE-EEA3-D689A34C0AE5}"/>
              </a:ext>
            </a:extLst>
          </p:cNvPr>
          <p:cNvSpPr>
            <a:spLocks noGrp="1"/>
          </p:cNvSpPr>
          <p:nvPr>
            <p:ph sz="quarter" idx="4294967295"/>
          </p:nvPr>
        </p:nvSpPr>
        <p:spPr>
          <a:xfrm>
            <a:off x="609600" y="228600"/>
            <a:ext cx="7772400" cy="4572000"/>
          </a:xfrm>
        </p:spPr>
        <p:txBody>
          <a:bodyPr/>
          <a:lstStyle/>
          <a:p>
            <a:pPr eaLnBrk="1" hangingPunct="1"/>
            <a:endParaRPr lang="en-US" altLang="en-US" sz="4000" b="1" dirty="0"/>
          </a:p>
          <a:p>
            <a:pPr eaLnBrk="1" hangingPunct="1"/>
            <a:r>
              <a:rPr lang="en-US" altLang="en-US" sz="4000" b="1" dirty="0"/>
              <a:t>Each </a:t>
            </a:r>
            <a:r>
              <a:rPr lang="en-US" altLang="en-US" sz="4000" b="1" dirty="0">
                <a:solidFill>
                  <a:srgbClr val="FF0000"/>
                </a:solidFill>
              </a:rPr>
              <a:t>style</a:t>
            </a:r>
            <a:r>
              <a:rPr lang="en-US" altLang="en-US" sz="4000" b="1" dirty="0"/>
              <a:t> represents a layout topology of elements, and connections and interaction</a:t>
            </a:r>
            <a:r>
              <a:rPr lang="en-US" altLang="zh-CN" sz="4000" b="1" dirty="0">
                <a:ea typeface="SimSun" panose="02010600030101010101" pitchFamily="2" charset="-122"/>
              </a:rPr>
              <a:t>s among these.</a:t>
            </a:r>
            <a:endParaRPr lang="en-US" altLang="en-US" sz="4000" b="1" dirty="0">
              <a:ea typeface="SimSun" panose="02010600030101010101" pitchFamily="2" charset="-122"/>
            </a:endParaRPr>
          </a:p>
        </p:txBody>
      </p:sp>
      <p:pic>
        <p:nvPicPr>
          <p:cNvPr id="28675" name="Picture 2" descr="&quot;Diagram of the seven layers of the OSI model: Application, Presentation, Session, Transport, Network, Data Link, and Physical Layers, stacked from top to bottom.&quot;">
            <a:extLst>
              <a:ext uri="{FF2B5EF4-FFF2-40B4-BE49-F238E27FC236}">
                <a16:creationId xmlns:a16="http://schemas.microsoft.com/office/drawing/2014/main" id="{CE7C66FD-96BE-1D0B-1E36-C7F262F12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3429000"/>
            <a:ext cx="1747838"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A058BB77-586B-2CFF-60E6-331FDE754BD4}"/>
              </a:ext>
            </a:extLst>
          </p:cNvPr>
          <p:cNvSpPr>
            <a:spLocks noGrp="1"/>
          </p:cNvSpPr>
          <p:nvPr>
            <p:ph type="title" idx="4294967295"/>
          </p:nvPr>
        </p:nvSpPr>
        <p:spPr/>
        <p:txBody>
          <a:bodyPr/>
          <a:lstStyle/>
          <a:p>
            <a:pPr>
              <a:defRPr/>
            </a:pPr>
            <a:r>
              <a:rPr lang="en-US" dirty="0"/>
              <a:t>Architectural Style (cont. 1)</a:t>
            </a:r>
          </a:p>
        </p:txBody>
      </p:sp>
    </p:spTree>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0321C650-FF02-2798-A5F6-B6B1B17040E9}"/>
              </a:ext>
            </a:extLst>
          </p:cNvPr>
          <p:cNvSpPr>
            <a:spLocks noGrp="1"/>
          </p:cNvSpPr>
          <p:nvPr>
            <p:ph sz="quarter" idx="4294967295"/>
          </p:nvPr>
        </p:nvSpPr>
        <p:spPr>
          <a:xfrm>
            <a:off x="1371600" y="1447800"/>
            <a:ext cx="7772400" cy="4572000"/>
          </a:xfrm>
        </p:spPr>
        <p:txBody>
          <a:bodyPr/>
          <a:lstStyle/>
          <a:p>
            <a:pPr eaLnBrk="1" hangingPunct="1"/>
            <a:endParaRPr lang="en-US" altLang="en-US" sz="4000" b="1" dirty="0"/>
          </a:p>
          <a:p>
            <a:pPr eaLnBrk="1" hangingPunct="1"/>
            <a:r>
              <a:rPr lang="en-US" altLang="en-US" sz="4000" b="1" dirty="0">
                <a:solidFill>
                  <a:srgbClr val="FF0000"/>
                </a:solidFill>
              </a:rPr>
              <a:t>Quality attributes</a:t>
            </a:r>
            <a:r>
              <a:rPr lang="en-US" altLang="en-US" sz="4000" b="1" dirty="0"/>
              <a:t> </a:t>
            </a:r>
            <a:r>
              <a:rPr lang="en-US" altLang="zh-CN" sz="4000" b="1" dirty="0">
                <a:ea typeface="SimSun" panose="02010600030101010101" pitchFamily="2" charset="-122"/>
              </a:rPr>
              <a:t>are closely related to architectural styles.</a:t>
            </a:r>
            <a:endParaRPr lang="en-US" altLang="en-US" sz="4000" b="1" dirty="0">
              <a:ea typeface="SimSun" panose="02010600030101010101" pitchFamily="2" charset="-122"/>
            </a:endParaRPr>
          </a:p>
        </p:txBody>
      </p:sp>
      <p:sp>
        <p:nvSpPr>
          <p:cNvPr id="2" name="Title 1">
            <a:extLst>
              <a:ext uri="{FF2B5EF4-FFF2-40B4-BE49-F238E27FC236}">
                <a16:creationId xmlns:a16="http://schemas.microsoft.com/office/drawing/2014/main" id="{73079B2F-455C-3E20-0F78-F63B358D915B}"/>
              </a:ext>
            </a:extLst>
          </p:cNvPr>
          <p:cNvSpPr>
            <a:spLocks noGrp="1"/>
          </p:cNvSpPr>
          <p:nvPr>
            <p:ph type="title" idx="4294967295"/>
          </p:nvPr>
        </p:nvSpPr>
        <p:spPr/>
        <p:txBody>
          <a:bodyPr/>
          <a:lstStyle/>
          <a:p>
            <a:r>
              <a:rPr lang="en-US" dirty="0"/>
              <a:t>Architectural Style (cont. 2)</a:t>
            </a: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C3E4871-07A1-22C9-17F9-B7465D7CD6D2}"/>
              </a:ext>
            </a:extLst>
          </p:cNvPr>
          <p:cNvSpPr>
            <a:spLocks noGrp="1"/>
          </p:cNvSpPr>
          <p:nvPr>
            <p:ph type="title" idx="4294967295"/>
          </p:nvPr>
        </p:nvSpPr>
        <p:spPr>
          <a:xfrm>
            <a:off x="1371600" y="274638"/>
            <a:ext cx="7772400" cy="1143000"/>
          </a:xfrm>
        </p:spPr>
        <p:txBody>
          <a:bodyPr/>
          <a:lstStyle/>
          <a:p>
            <a:pPr eaLnBrk="1" hangingPunct="1"/>
            <a:r>
              <a:rPr lang="en-US" altLang="en-US" sz="4400" b="1" dirty="0"/>
              <a:t>Quality Attributes</a:t>
            </a:r>
          </a:p>
        </p:txBody>
      </p:sp>
      <p:sp>
        <p:nvSpPr>
          <p:cNvPr id="17411" name="Rectangle 3">
            <a:extLst>
              <a:ext uri="{FF2B5EF4-FFF2-40B4-BE49-F238E27FC236}">
                <a16:creationId xmlns:a16="http://schemas.microsoft.com/office/drawing/2014/main" id="{A5ED3971-C2CC-72A2-87CA-ECE5A1C782A9}"/>
              </a:ext>
            </a:extLst>
          </p:cNvPr>
          <p:cNvSpPr>
            <a:spLocks noGrp="1" noChangeArrowheads="1"/>
          </p:cNvSpPr>
          <p:nvPr>
            <p:ph sz="quarter" idx="4294967295"/>
          </p:nvPr>
        </p:nvSpPr>
        <p:spPr>
          <a:xfrm>
            <a:off x="1371600" y="1447800"/>
            <a:ext cx="7772400" cy="4572000"/>
          </a:xfrm>
        </p:spPr>
        <p:txBody>
          <a:bodyPr>
            <a:normAutofit lnSpcReduction="10000"/>
          </a:bodyPr>
          <a:lstStyle/>
          <a:p>
            <a:pPr marL="274320" indent="-274320" eaLnBrk="1" fontAlgn="auto" hangingPunct="1">
              <a:lnSpc>
                <a:spcPct val="90000"/>
              </a:lnSpc>
              <a:spcBef>
                <a:spcPts val="580"/>
              </a:spcBef>
              <a:spcAft>
                <a:spcPts val="0"/>
              </a:spcAft>
              <a:buFont typeface="Wingdings 2"/>
              <a:buChar char=""/>
              <a:defRPr/>
            </a:pPr>
            <a:r>
              <a:rPr lang="en-US" altLang="zh-CN" sz="4000" b="1" dirty="0"/>
              <a:t>Performance</a:t>
            </a:r>
          </a:p>
          <a:p>
            <a:pPr marL="274320" indent="-274320" eaLnBrk="1" fontAlgn="auto" hangingPunct="1">
              <a:lnSpc>
                <a:spcPct val="90000"/>
              </a:lnSpc>
              <a:spcBef>
                <a:spcPts val="580"/>
              </a:spcBef>
              <a:spcAft>
                <a:spcPts val="0"/>
              </a:spcAft>
              <a:buFont typeface="Wingdings 2"/>
              <a:buChar char=""/>
              <a:defRPr/>
            </a:pPr>
            <a:r>
              <a:rPr lang="en-US" altLang="zh-CN" sz="4000" b="1" dirty="0"/>
              <a:t>Reliability</a:t>
            </a:r>
          </a:p>
          <a:p>
            <a:pPr marL="274320" indent="-274320" eaLnBrk="1" fontAlgn="auto" hangingPunct="1">
              <a:lnSpc>
                <a:spcPct val="90000"/>
              </a:lnSpc>
              <a:spcBef>
                <a:spcPts val="580"/>
              </a:spcBef>
              <a:spcAft>
                <a:spcPts val="0"/>
              </a:spcAft>
              <a:buFont typeface="Wingdings 2"/>
              <a:buChar char=""/>
              <a:defRPr/>
            </a:pPr>
            <a:r>
              <a:rPr lang="en-US" altLang="zh-CN" sz="4000" b="1" dirty="0"/>
              <a:t>Portability</a:t>
            </a:r>
          </a:p>
          <a:p>
            <a:pPr marL="274320" indent="-274320" eaLnBrk="1" fontAlgn="auto" hangingPunct="1">
              <a:lnSpc>
                <a:spcPct val="90000"/>
              </a:lnSpc>
              <a:spcBef>
                <a:spcPts val="580"/>
              </a:spcBef>
              <a:spcAft>
                <a:spcPts val="0"/>
              </a:spcAft>
              <a:buFont typeface="Wingdings 2"/>
              <a:buChar char=""/>
              <a:defRPr/>
            </a:pPr>
            <a:r>
              <a:rPr lang="en-US" altLang="zh-CN" sz="4000" b="1" dirty="0"/>
              <a:t>Usability</a:t>
            </a:r>
          </a:p>
          <a:p>
            <a:pPr marL="274320" indent="-274320" eaLnBrk="1" fontAlgn="auto" hangingPunct="1">
              <a:lnSpc>
                <a:spcPct val="90000"/>
              </a:lnSpc>
              <a:spcBef>
                <a:spcPts val="580"/>
              </a:spcBef>
              <a:spcAft>
                <a:spcPts val="0"/>
              </a:spcAft>
              <a:buFont typeface="Wingdings 2"/>
              <a:buChar char=""/>
              <a:defRPr/>
            </a:pPr>
            <a:r>
              <a:rPr lang="en-US" altLang="zh-CN" sz="4000" b="1" dirty="0"/>
              <a:t>Security</a:t>
            </a:r>
          </a:p>
          <a:p>
            <a:pPr marL="274320" indent="-274320" eaLnBrk="1" fontAlgn="auto" hangingPunct="1">
              <a:lnSpc>
                <a:spcPct val="90000"/>
              </a:lnSpc>
              <a:spcBef>
                <a:spcPts val="580"/>
              </a:spcBef>
              <a:spcAft>
                <a:spcPts val="0"/>
              </a:spcAft>
              <a:buFont typeface="Wingdings 2"/>
              <a:buChar char=""/>
              <a:defRPr/>
            </a:pPr>
            <a:r>
              <a:rPr lang="en-US" altLang="zh-CN" sz="4000" b="1" dirty="0"/>
              <a:t>Testability</a:t>
            </a:r>
          </a:p>
          <a:p>
            <a:pPr marL="274320" indent="-274320" eaLnBrk="1" fontAlgn="auto" hangingPunct="1">
              <a:lnSpc>
                <a:spcPct val="90000"/>
              </a:lnSpc>
              <a:spcBef>
                <a:spcPts val="580"/>
              </a:spcBef>
              <a:spcAft>
                <a:spcPts val="0"/>
              </a:spcAft>
              <a:buFont typeface="Wingdings 2"/>
              <a:buChar char=""/>
              <a:defRPr/>
            </a:pPr>
            <a:r>
              <a:rPr lang="en-US" altLang="zh-CN" sz="4000" b="1" dirty="0"/>
              <a:t>Modifiability</a:t>
            </a:r>
          </a:p>
          <a:p>
            <a:pPr marL="274320" indent="-274320" eaLnBrk="1" fontAlgn="auto" hangingPunct="1">
              <a:lnSpc>
                <a:spcPct val="90000"/>
              </a:lnSpc>
              <a:spcBef>
                <a:spcPts val="580"/>
              </a:spcBef>
              <a:spcAft>
                <a:spcPts val="0"/>
              </a:spcAft>
              <a:buFont typeface="Wingdings 2"/>
              <a:buChar char=""/>
              <a:defRPr/>
            </a:pPr>
            <a:r>
              <a:rPr lang="en-US" altLang="zh-CN" sz="4000" b="1" dirty="0"/>
              <a:t>Etc.</a:t>
            </a:r>
            <a:endParaRPr lang="en-US" sz="4000" b="1" dirty="0">
              <a:ea typeface="宋体" pitchFamily="2" charset="-122"/>
            </a:endParaRPr>
          </a:p>
          <a:p>
            <a:pPr marL="274320" indent="-274320" eaLnBrk="1" fontAlgn="auto" hangingPunct="1">
              <a:lnSpc>
                <a:spcPct val="90000"/>
              </a:lnSpc>
              <a:spcBef>
                <a:spcPts val="580"/>
              </a:spcBef>
              <a:spcAft>
                <a:spcPts val="0"/>
              </a:spcAft>
              <a:buFont typeface="Wingdings 2"/>
              <a:buChar char=""/>
              <a:defRPr/>
            </a:pPr>
            <a:endParaRPr lang="en-US" dirty="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a:extLst>
              <a:ext uri="{FF2B5EF4-FFF2-40B4-BE49-F238E27FC236}">
                <a16:creationId xmlns:a16="http://schemas.microsoft.com/office/drawing/2014/main" id="{7B6EEF33-619C-5A0D-A7F1-435576B271B1}"/>
              </a:ext>
            </a:extLst>
          </p:cNvPr>
          <p:cNvSpPr>
            <a:spLocks noGrp="1"/>
          </p:cNvSpPr>
          <p:nvPr>
            <p:ph sz="quarter" idx="4294967295"/>
          </p:nvPr>
        </p:nvSpPr>
        <p:spPr>
          <a:xfrm>
            <a:off x="1371600" y="1447800"/>
            <a:ext cx="7772400" cy="4572000"/>
          </a:xfrm>
        </p:spPr>
        <p:txBody>
          <a:bodyPr/>
          <a:lstStyle/>
          <a:p>
            <a:pPr eaLnBrk="1" hangingPunct="1"/>
            <a:endParaRPr lang="en-US" altLang="zh-CN" sz="4000" b="1" dirty="0">
              <a:ea typeface="SimSun" panose="02010600030101010101" pitchFamily="2" charset="-122"/>
            </a:endParaRPr>
          </a:p>
          <a:p>
            <a:pPr eaLnBrk="1" hangingPunct="1"/>
            <a:r>
              <a:rPr lang="en-US" altLang="zh-CN" sz="4000" b="1" dirty="0">
                <a:ea typeface="SimSun" panose="02010600030101010101" pitchFamily="2" charset="-122"/>
              </a:rPr>
              <a:t>Each architectural style supports some quality features.</a:t>
            </a:r>
            <a:endParaRPr lang="en-US" altLang="en-US" sz="4000" b="1" dirty="0">
              <a:ea typeface="SimSun" panose="02010600030101010101" pitchFamily="2" charset="-122"/>
            </a:endParaRPr>
          </a:p>
        </p:txBody>
      </p:sp>
      <p:sp>
        <p:nvSpPr>
          <p:cNvPr id="2" name="Title 1">
            <a:extLst>
              <a:ext uri="{FF2B5EF4-FFF2-40B4-BE49-F238E27FC236}">
                <a16:creationId xmlns:a16="http://schemas.microsoft.com/office/drawing/2014/main" id="{98FE1432-6237-26C7-76EA-8BEF524B311D}"/>
              </a:ext>
            </a:extLst>
          </p:cNvPr>
          <p:cNvSpPr>
            <a:spLocks noGrp="1"/>
          </p:cNvSpPr>
          <p:nvPr>
            <p:ph type="title" idx="4294967295"/>
          </p:nvPr>
        </p:nvSpPr>
        <p:spPr/>
        <p:txBody>
          <a:bodyPr/>
          <a:lstStyle/>
          <a:p>
            <a:r>
              <a:rPr lang="en-US" dirty="0"/>
              <a:t>Quality Features</a:t>
            </a:r>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a:extLst>
              <a:ext uri="{FF2B5EF4-FFF2-40B4-BE49-F238E27FC236}">
                <a16:creationId xmlns:a16="http://schemas.microsoft.com/office/drawing/2014/main" id="{1DC23557-30E8-2DD1-134E-8E4B0AD139B5}"/>
              </a:ext>
            </a:extLst>
          </p:cNvPr>
          <p:cNvSpPr>
            <a:spLocks noGrp="1" noChangeArrowheads="1"/>
          </p:cNvSpPr>
          <p:nvPr>
            <p:ph type="title" idx="4294967295"/>
          </p:nvPr>
        </p:nvSpPr>
        <p:spPr bwMode="auto">
          <a:xfrm>
            <a:off x="457200" y="457200"/>
            <a:ext cx="7772400" cy="4572000"/>
          </a:xfrm>
          <a:prstGeom prst="rect">
            <a:avLst/>
          </a:prstGeom>
          <a:noFill/>
          <a:ln>
            <a:noFill/>
            <a:prstDash/>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rmAutofit fontScale="90000"/>
          </a:bodyPr>
          <a:lstStyle/>
          <a:p>
            <a:pPr marL="274320" marR="0" lvl="0" indent="-274320" algn="l" defTabSz="914400" rtl="0" eaLnBrk="1" fontAlgn="auto" latinLnBrk="0" hangingPunct="1">
              <a:lnSpc>
                <a:spcPct val="100000"/>
              </a:lnSpc>
              <a:spcBef>
                <a:spcPts val="580"/>
              </a:spcBef>
              <a:spcAft>
                <a:spcPts val="0"/>
              </a:spcAft>
              <a:buClr>
                <a:schemeClr val="accent1"/>
              </a:buClr>
              <a:buSzPct val="85000"/>
              <a:buFontTx/>
              <a:buNone/>
              <a:tabLst/>
              <a:defRPr/>
            </a:pPr>
            <a:r>
              <a:rPr kumimoji="0" lang="en-US" altLang="zh-CN" sz="4000" b="1" i="0" u="none" strike="noStrike" kern="1200" cap="none" spc="0" normalizeH="0" baseline="0" noProof="0" dirty="0">
                <a:ln>
                  <a:noFill/>
                </a:ln>
                <a:solidFill>
                  <a:schemeClr val="tx1"/>
                </a:solidFill>
                <a:effectLst/>
                <a:uLnTx/>
                <a:uFillTx/>
                <a:latin typeface="+mn-lt"/>
                <a:ea typeface="+mn-ea"/>
                <a:cs typeface="+mn-cs"/>
              </a:rPr>
              <a:t>For example, there is always a tradeoff between system performance in terms of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altLang="zh-CN" sz="4000" b="1" i="0" u="none" strike="noStrike" kern="1200" cap="none" spc="0" normalizeH="0" baseline="0" noProof="0" dirty="0">
                <a:ln>
                  <a:noFill/>
                </a:ln>
                <a:solidFill>
                  <a:schemeClr val="tx1"/>
                </a:solidFill>
                <a:effectLst/>
                <a:uLnTx/>
                <a:uFillTx/>
                <a:latin typeface="+mn-lt"/>
                <a:ea typeface="+mn-ea"/>
                <a:cs typeface="+mn-cs"/>
              </a:rPr>
              <a:t>Time </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altLang="zh-CN" sz="4000" b="1" i="0" u="none" strike="noStrike" kern="1200" cap="none" spc="0" normalizeH="0" baseline="0" noProof="0" dirty="0">
                <a:ln>
                  <a:noFill/>
                </a:ln>
                <a:solidFill>
                  <a:schemeClr val="tx1"/>
                </a:solidFill>
                <a:effectLst/>
                <a:uLnTx/>
                <a:uFillTx/>
                <a:latin typeface="+mn-lt"/>
                <a:ea typeface="+mn-ea"/>
                <a:cs typeface="+mn-cs"/>
              </a:rPr>
              <a:t>Resource</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altLang="zh-CN" sz="4000" b="1" i="0" u="none" strike="noStrike" kern="1200" cap="none" spc="0" normalizeH="0" baseline="0" noProof="0" dirty="0">
                <a:ln>
                  <a:noFill/>
                </a:ln>
                <a:solidFill>
                  <a:schemeClr val="tx1"/>
                </a:solidFill>
                <a:effectLst/>
                <a:uLnTx/>
                <a:uFillTx/>
                <a:latin typeface="+mn-lt"/>
                <a:ea typeface="+mn-ea"/>
                <a:cs typeface="+mn-cs"/>
              </a:rPr>
              <a:t>System Reliability</a:t>
            </a: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r>
              <a:rPr kumimoji="0" lang="en-US" altLang="zh-CN" sz="4000" b="1" i="0" u="none" strike="noStrike" kern="1200" cap="none" spc="0" normalizeH="0" baseline="0" noProof="0" dirty="0">
                <a:ln>
                  <a:noFill/>
                </a:ln>
                <a:solidFill>
                  <a:schemeClr val="tx1"/>
                </a:solidFill>
                <a:effectLst/>
                <a:uLnTx/>
                <a:uFillTx/>
                <a:latin typeface="+mn-lt"/>
                <a:ea typeface="+mn-ea"/>
                <a:cs typeface="+mn-cs"/>
              </a:rPr>
              <a:t>Availability.</a:t>
            </a:r>
            <a:endParaRPr kumimoji="0" lang="en-US" sz="4000" b="1"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ts val="580"/>
              </a:spcBef>
              <a:spcAft>
                <a:spcPts val="0"/>
              </a:spcAft>
              <a:buClr>
                <a:schemeClr val="accent1"/>
              </a:buClr>
              <a:buSzPct val="85000"/>
              <a:buFont typeface="Wingdings 2"/>
              <a:buChar char=""/>
              <a:tabLst/>
              <a:defRPr/>
            </a:pPr>
            <a:endParaRPr kumimoji="0" lang="en-US" sz="2700" b="0" i="0" u="none" strike="noStrike" kern="1200" cap="none" spc="0" normalizeH="0" baseline="0" noProof="0" dirty="0">
              <a:ln>
                <a:noFill/>
              </a:ln>
              <a:solidFill>
                <a:schemeClr val="tx1"/>
              </a:solidFill>
              <a:effectLst/>
              <a:uLnTx/>
              <a:uFillTx/>
              <a:latin typeface="+mn-lt"/>
              <a:ea typeface="+mn-ea"/>
              <a:cs typeface="+mn-cs"/>
            </a:endParaRPr>
          </a:p>
        </p:txBody>
      </p:sp>
      <p:pic>
        <p:nvPicPr>
          <p:cNvPr id="36867" name="Picture 2" descr="&quot;Diagram showing a central Project Data Store connected to six tools: Schedule Tracking Tool, Class Diagram Editor, Testing Tool, Compiler, State Diagram Editor, and Sequence Diagram Editor.&quot;">
            <a:extLst>
              <a:ext uri="{FF2B5EF4-FFF2-40B4-BE49-F238E27FC236}">
                <a16:creationId xmlns:a16="http://schemas.microsoft.com/office/drawing/2014/main" id="{C600088A-096F-D5BF-C708-BB3B3EFD17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30763" y="4191000"/>
            <a:ext cx="3856037" cy="203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B427357-F3C1-E259-58DF-D72962F44EBD}"/>
              </a:ext>
            </a:extLst>
          </p:cNvPr>
          <p:cNvSpPr>
            <a:spLocks noGrp="1" noChangeArrowheads="1"/>
          </p:cNvSpPr>
          <p:nvPr>
            <p:ph type="title" idx="4294967295"/>
          </p:nvPr>
        </p:nvSpPr>
        <p:spPr>
          <a:xfrm>
            <a:off x="1371600" y="274638"/>
            <a:ext cx="7772400" cy="1143000"/>
          </a:xfrm>
        </p:spPr>
        <p:txBody>
          <a:bodyPr>
            <a:normAutofit fontScale="90000"/>
          </a:bodyPr>
          <a:lstStyle/>
          <a:p>
            <a:pPr eaLnBrk="1" fontAlgn="auto" hangingPunct="1">
              <a:spcAft>
                <a:spcPts val="0"/>
              </a:spcAft>
              <a:defRPr/>
            </a:pPr>
            <a:r>
              <a:rPr lang="en-US" sz="3600" b="1" dirty="0">
                <a:solidFill>
                  <a:schemeClr val="tx1"/>
                </a:solidFill>
              </a:rPr>
              <a:t>Software Architecture: </a:t>
            </a:r>
            <a:r>
              <a:rPr lang="en-US" altLang="zh-CN" sz="3600" b="1" dirty="0">
                <a:solidFill>
                  <a:schemeClr val="tx1"/>
                </a:solidFill>
                <a:ea typeface="宋体" pitchFamily="2" charset="-122"/>
              </a:rPr>
              <a:t>Bridging Requirements and Implementation</a:t>
            </a:r>
            <a:endParaRPr lang="en-US" sz="3600" b="1" dirty="0">
              <a:solidFill>
                <a:schemeClr val="tx1"/>
              </a:solidFill>
              <a:ea typeface="宋体" pitchFamily="2" charset="-122"/>
            </a:endParaRPr>
          </a:p>
        </p:txBody>
      </p:sp>
      <p:sp>
        <p:nvSpPr>
          <p:cNvPr id="38915" name="Rectangle 3">
            <a:extLst>
              <a:ext uri="{FF2B5EF4-FFF2-40B4-BE49-F238E27FC236}">
                <a16:creationId xmlns:a16="http://schemas.microsoft.com/office/drawing/2014/main" id="{68938B62-242B-8638-B29B-9DC9B6601482}"/>
              </a:ext>
            </a:extLst>
          </p:cNvPr>
          <p:cNvSpPr>
            <a:spLocks noGrp="1"/>
          </p:cNvSpPr>
          <p:nvPr>
            <p:ph sz="quarter" idx="4294967295"/>
          </p:nvPr>
        </p:nvSpPr>
        <p:spPr>
          <a:xfrm>
            <a:off x="1371600" y="1447800"/>
            <a:ext cx="7772400" cy="4572000"/>
          </a:xfrm>
        </p:spPr>
        <p:txBody>
          <a:bodyPr/>
          <a:lstStyle/>
          <a:p>
            <a:pPr eaLnBrk="1" hangingPunct="1"/>
            <a:endParaRPr lang="en-US" altLang="en-US" sz="4000" b="1" dirty="0"/>
          </a:p>
          <a:p>
            <a:pPr eaLnBrk="1" hangingPunct="1"/>
            <a:r>
              <a:rPr lang="en-US" altLang="en-US" sz="4000" b="1" dirty="0"/>
              <a:t>The actual design is a blueprint and a guideline for developing a software system based on the software requirement analysis specification.</a:t>
            </a:r>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a:extLst>
              <a:ext uri="{FF2B5EF4-FFF2-40B4-BE49-F238E27FC236}">
                <a16:creationId xmlns:a16="http://schemas.microsoft.com/office/drawing/2014/main" id="{657AC93C-981A-A0A6-94D0-7F5332793D46}"/>
              </a:ext>
            </a:extLst>
          </p:cNvPr>
          <p:cNvSpPr>
            <a:spLocks noGrp="1" noChangeArrowheads="1"/>
          </p:cNvSpPr>
          <p:nvPr>
            <p:ph sz="quarter" idx="4294967295"/>
          </p:nvPr>
        </p:nvSpPr>
        <p:spPr>
          <a:xfrm>
            <a:off x="914400" y="685800"/>
            <a:ext cx="7772400" cy="4572000"/>
          </a:xfrm>
        </p:spPr>
        <p:txBody>
          <a:bodyPr/>
          <a:lstStyle/>
          <a:p>
            <a:pPr eaLnBrk="1" hangingPunct="1">
              <a:defRPr/>
            </a:pPr>
            <a:endParaRPr lang="en-US" altLang="en-US" sz="4000" b="1" dirty="0"/>
          </a:p>
          <a:p>
            <a:pPr marL="0" indent="0" eaLnBrk="1" hangingPunct="1">
              <a:buFont typeface="Wingdings 2" panose="05020102010507070707" pitchFamily="18" charset="2"/>
              <a:buNone/>
              <a:defRPr/>
            </a:pPr>
            <a:r>
              <a:rPr lang="en-US" altLang="en-US" sz="4000" b="1" dirty="0"/>
              <a:t>The </a:t>
            </a:r>
            <a:r>
              <a:rPr lang="en-US" altLang="en-US" sz="4000" b="1" dirty="0">
                <a:solidFill>
                  <a:srgbClr val="009C47"/>
                </a:solidFill>
              </a:rPr>
              <a:t>architectural design </a:t>
            </a:r>
            <a:r>
              <a:rPr lang="en-US" altLang="en-US" sz="4000" b="1" dirty="0"/>
              <a:t>embodies earliest decisions that have a decisive impact on the ultimate success of the software product.</a:t>
            </a:r>
          </a:p>
          <a:p>
            <a:pPr eaLnBrk="1" hangingPunct="1">
              <a:defRPr/>
            </a:pPr>
            <a:endParaRPr lang="en-US" altLang="en-US" sz="4000" b="1" dirty="0"/>
          </a:p>
          <a:p>
            <a:pPr marL="0" indent="0" eaLnBrk="1" hangingPunct="1">
              <a:buFont typeface="Wingdings 2" panose="05020102010507070707" pitchFamily="18" charset="2"/>
              <a:buNone/>
              <a:defRPr/>
            </a:pPr>
            <a:r>
              <a:rPr lang="en-US" altLang="en-US" sz="4000" b="1" i="1" dirty="0"/>
              <a:t>Choose carefully!</a:t>
            </a:r>
          </a:p>
          <a:p>
            <a:pPr eaLnBrk="1" hangingPunct="1">
              <a:defRPr/>
            </a:pPr>
            <a:endParaRPr lang="en-US" altLang="en-US" dirty="0"/>
          </a:p>
        </p:txBody>
      </p:sp>
      <p:sp>
        <p:nvSpPr>
          <p:cNvPr id="2" name="Title 1">
            <a:extLst>
              <a:ext uri="{FF2B5EF4-FFF2-40B4-BE49-F238E27FC236}">
                <a16:creationId xmlns:a16="http://schemas.microsoft.com/office/drawing/2014/main" id="{9380D530-74E6-D9B3-1D5B-F31111F57DA2}"/>
              </a:ext>
            </a:extLst>
          </p:cNvPr>
          <p:cNvSpPr>
            <a:spLocks noGrp="1"/>
          </p:cNvSpPr>
          <p:nvPr>
            <p:ph type="title" idx="4294967295"/>
          </p:nvPr>
        </p:nvSpPr>
        <p:spPr/>
        <p:txBody>
          <a:bodyPr/>
          <a:lstStyle/>
          <a:p>
            <a:r>
              <a:rPr lang="en-US" dirty="0"/>
              <a:t>Architectural design</a:t>
            </a:r>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a:extLst>
              <a:ext uri="{FF2B5EF4-FFF2-40B4-BE49-F238E27FC236}">
                <a16:creationId xmlns:a16="http://schemas.microsoft.com/office/drawing/2014/main" id="{B0EAC8CC-7379-C05B-A1BE-BE03A7B5527D}"/>
              </a:ext>
            </a:extLst>
          </p:cNvPr>
          <p:cNvSpPr>
            <a:spLocks noGrp="1" noChangeArrowheads="1"/>
          </p:cNvSpPr>
          <p:nvPr>
            <p:ph sz="quarter" idx="4294967295"/>
          </p:nvPr>
        </p:nvSpPr>
        <p:spPr>
          <a:xfrm>
            <a:off x="685800" y="990600"/>
            <a:ext cx="7772400" cy="4572000"/>
          </a:xfrm>
        </p:spPr>
        <p:txBody>
          <a:bodyPr>
            <a:normAutofit lnSpcReduction="10000"/>
          </a:bodyPr>
          <a:lstStyle/>
          <a:p>
            <a:pPr marL="274320" indent="-274320" eaLnBrk="1" fontAlgn="auto" hangingPunct="1">
              <a:spcAft>
                <a:spcPts val="0"/>
              </a:spcAft>
              <a:buFont typeface="Wingdings 2"/>
              <a:buChar char=""/>
              <a:defRPr/>
            </a:pPr>
            <a:r>
              <a:rPr lang="en-US" sz="4000" b="1" dirty="0"/>
              <a:t>As the description of software construction structure, an </a:t>
            </a:r>
            <a:r>
              <a:rPr lang="en-US" sz="4000" b="1" dirty="0">
                <a:solidFill>
                  <a:srgbClr val="009C47"/>
                </a:solidFill>
              </a:rPr>
              <a:t>architectural design</a:t>
            </a:r>
            <a:r>
              <a:rPr lang="en-US" sz="4000" b="1" dirty="0"/>
              <a:t> must cover the software </a:t>
            </a:r>
            <a:r>
              <a:rPr lang="en-US" sz="4000" b="1" i="1" dirty="0"/>
              <a:t>functional requirements </a:t>
            </a:r>
            <a:r>
              <a:rPr lang="en-US" sz="4000" b="1" dirty="0"/>
              <a:t>and </a:t>
            </a:r>
            <a:r>
              <a:rPr lang="en-US" sz="4000" b="1" i="1" dirty="0"/>
              <a:t>non-functional requirements </a:t>
            </a:r>
            <a:r>
              <a:rPr lang="en-US" sz="4000" b="1" dirty="0"/>
              <a:t>as well.</a:t>
            </a:r>
          </a:p>
        </p:txBody>
      </p:sp>
      <p:sp>
        <p:nvSpPr>
          <p:cNvPr id="2" name="Title 1">
            <a:extLst>
              <a:ext uri="{FF2B5EF4-FFF2-40B4-BE49-F238E27FC236}">
                <a16:creationId xmlns:a16="http://schemas.microsoft.com/office/drawing/2014/main" id="{520ABBE3-ADFC-68AF-B51D-715688A8F968}"/>
              </a:ext>
            </a:extLst>
          </p:cNvPr>
          <p:cNvSpPr>
            <a:spLocks noGrp="1"/>
          </p:cNvSpPr>
          <p:nvPr>
            <p:ph type="title" idx="4294967295"/>
          </p:nvPr>
        </p:nvSpPr>
        <p:spPr>
          <a:xfrm>
            <a:off x="301625" y="-758825"/>
            <a:ext cx="8534400" cy="758825"/>
          </a:xfrm>
        </p:spPr>
        <p:txBody>
          <a:bodyPr vert="horz" wrap="square" lIns="91440" tIns="45720" rIns="91440" bIns="45720" numCol="1" anchor="b" anchorCtr="0" compatLnSpc="1">
            <a:prstTxWarp prst="textNoShape">
              <a:avLst/>
            </a:prstTxWarp>
          </a:bodyPr>
          <a:lstStyle/>
          <a:p>
            <a:r>
              <a:rPr lang="en-US" dirty="0"/>
              <a:t>Architectural Design (cont. 1)</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a:extLst>
              <a:ext uri="{FF2B5EF4-FFF2-40B4-BE49-F238E27FC236}">
                <a16:creationId xmlns:a16="http://schemas.microsoft.com/office/drawing/2014/main" id="{46B005B5-A7B4-FBF7-C985-DAF0C7B1130E}"/>
              </a:ext>
            </a:extLst>
          </p:cNvPr>
          <p:cNvSpPr>
            <a:spLocks noGrp="1"/>
          </p:cNvSpPr>
          <p:nvPr>
            <p:ph sz="quarter" idx="4294967295"/>
          </p:nvPr>
        </p:nvSpPr>
        <p:spPr>
          <a:xfrm>
            <a:off x="762000" y="1143000"/>
            <a:ext cx="7772400" cy="4572000"/>
          </a:xfrm>
        </p:spPr>
        <p:txBody>
          <a:bodyPr/>
          <a:lstStyle/>
          <a:p>
            <a:pPr eaLnBrk="1" hangingPunct="1"/>
            <a:endParaRPr lang="en-US" altLang="en-US" sz="4000" b="1" dirty="0"/>
          </a:p>
          <a:p>
            <a:pPr eaLnBrk="1" hangingPunct="1"/>
            <a:r>
              <a:rPr lang="en-US" altLang="en-US" sz="4000" b="1" dirty="0"/>
              <a:t>It shows how the system is structured in terms of components, and how its components work together.</a:t>
            </a:r>
          </a:p>
        </p:txBody>
      </p:sp>
      <p:sp>
        <p:nvSpPr>
          <p:cNvPr id="2" name="Title 1">
            <a:extLst>
              <a:ext uri="{FF2B5EF4-FFF2-40B4-BE49-F238E27FC236}">
                <a16:creationId xmlns:a16="http://schemas.microsoft.com/office/drawing/2014/main" id="{FFC068A2-DDA6-45E6-65BB-4B93D24D5787}"/>
              </a:ext>
            </a:extLst>
          </p:cNvPr>
          <p:cNvSpPr>
            <a:spLocks noGrp="1"/>
          </p:cNvSpPr>
          <p:nvPr>
            <p:ph type="title" idx="4294967295"/>
          </p:nvPr>
        </p:nvSpPr>
        <p:spPr>
          <a:xfrm>
            <a:off x="301625" y="-758825"/>
            <a:ext cx="8534400" cy="758825"/>
          </a:xfrm>
        </p:spPr>
        <p:txBody>
          <a:bodyPr vert="horz" wrap="square" lIns="91440" tIns="45720" rIns="91440" bIns="45720" numCol="1" anchor="b" anchorCtr="0" compatLnSpc="1">
            <a:prstTxWarp prst="textNoShape">
              <a:avLst/>
            </a:prstTxWarp>
          </a:bodyPr>
          <a:lstStyle/>
          <a:p>
            <a:r>
              <a:rPr lang="en-US" dirty="0"/>
              <a:t>Architectural Design (cont. 2)</a:t>
            </a:r>
            <a:endParaRPr lang="en-US" sz="3600" b="1" dirty="0"/>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16AE692-77B0-AEA8-B287-CFB8CEA8195E}"/>
              </a:ext>
            </a:extLst>
          </p:cNvPr>
          <p:cNvSpPr>
            <a:spLocks noGrp="1"/>
          </p:cNvSpPr>
          <p:nvPr>
            <p:ph type="title" idx="4294967295"/>
          </p:nvPr>
        </p:nvSpPr>
        <p:spPr>
          <a:xfrm>
            <a:off x="914400" y="-33338"/>
            <a:ext cx="7772400" cy="1143001"/>
          </a:xfrm>
        </p:spPr>
        <p:txBody>
          <a:bodyPr/>
          <a:lstStyle/>
          <a:p>
            <a:pPr eaLnBrk="1" hangingPunct="1"/>
            <a:r>
              <a:rPr lang="en-US" altLang="en-US" b="1" dirty="0">
                <a:solidFill>
                  <a:schemeClr val="tx1"/>
                </a:solidFill>
              </a:rPr>
              <a:t>SUB-SYSTEMS</a:t>
            </a:r>
          </a:p>
        </p:txBody>
      </p:sp>
      <p:sp>
        <p:nvSpPr>
          <p:cNvPr id="31747" name="Rectangle 3">
            <a:extLst>
              <a:ext uri="{FF2B5EF4-FFF2-40B4-BE49-F238E27FC236}">
                <a16:creationId xmlns:a16="http://schemas.microsoft.com/office/drawing/2014/main" id="{6BB34136-90FC-9D66-671A-35029834A763}"/>
              </a:ext>
            </a:extLst>
          </p:cNvPr>
          <p:cNvSpPr>
            <a:spLocks noGrp="1" noChangeArrowheads="1"/>
          </p:cNvSpPr>
          <p:nvPr>
            <p:ph sz="quarter" idx="4294967295"/>
          </p:nvPr>
        </p:nvSpPr>
        <p:spPr>
          <a:xfrm>
            <a:off x="609600" y="685800"/>
            <a:ext cx="7772400" cy="4572000"/>
          </a:xfrm>
        </p:spPr>
        <p:txBody>
          <a:bodyPr/>
          <a:lstStyle/>
          <a:p>
            <a:pPr eaLnBrk="1" hangingPunct="1">
              <a:defRPr/>
            </a:pPr>
            <a:endParaRPr lang="en-US" altLang="en-US" sz="4000" b="1" dirty="0"/>
          </a:p>
          <a:p>
            <a:pPr marL="0" indent="0" eaLnBrk="1" hangingPunct="1">
              <a:buFont typeface="Wingdings 2" panose="05020102010507070707" pitchFamily="18" charset="2"/>
              <a:buNone/>
              <a:defRPr/>
            </a:pPr>
            <a:r>
              <a:rPr lang="en-US" altLang="en-US" sz="3600" b="1" dirty="0"/>
              <a:t>A system in its own right whose operation does not depend on the services provided by other sub-systems.</a:t>
            </a:r>
            <a:endParaRPr lang="en-US" altLang="en-US" sz="4000" b="1" dirty="0"/>
          </a:p>
        </p:txBody>
      </p:sp>
      <p:pic>
        <p:nvPicPr>
          <p:cNvPr id="47108" name="Picture 2" descr="Flowchart of four steps: Lexical Analyzer, Parser, Semantic Analyzer, Code Generator, with Filter and Pipe legend.">
            <a:extLst>
              <a:ext uri="{FF2B5EF4-FFF2-40B4-BE49-F238E27FC236}">
                <a16:creationId xmlns:a16="http://schemas.microsoft.com/office/drawing/2014/main" id="{DCCD4BDB-E73C-F9BE-16A9-A1C929A3ED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429000"/>
            <a:ext cx="3040063" cy="2859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88A3A911-7900-BA59-2D26-6F9AD0B390EC}"/>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SUB-SYSTEMS</a:t>
            </a:r>
          </a:p>
        </p:txBody>
      </p:sp>
      <p:sp>
        <p:nvSpPr>
          <p:cNvPr id="49155" name="Rectangle 3">
            <a:extLst>
              <a:ext uri="{FF2B5EF4-FFF2-40B4-BE49-F238E27FC236}">
                <a16:creationId xmlns:a16="http://schemas.microsoft.com/office/drawing/2014/main" id="{2656C878-BF20-0779-6ABF-D18DAC0FEDC6}"/>
              </a:ext>
            </a:extLst>
          </p:cNvPr>
          <p:cNvSpPr>
            <a:spLocks noGrp="1"/>
          </p:cNvSpPr>
          <p:nvPr>
            <p:ph sz="quarter" idx="4294967295"/>
          </p:nvPr>
        </p:nvSpPr>
        <p:spPr>
          <a:xfrm>
            <a:off x="457200" y="841375"/>
            <a:ext cx="7772400" cy="4572000"/>
          </a:xfrm>
        </p:spPr>
        <p:txBody>
          <a:bodyPr/>
          <a:lstStyle/>
          <a:p>
            <a:pPr eaLnBrk="1" hangingPunct="1"/>
            <a:endParaRPr lang="en-US" altLang="en-US" sz="3200" b="1" dirty="0"/>
          </a:p>
          <a:p>
            <a:pPr eaLnBrk="1" hangingPunct="1"/>
            <a:r>
              <a:rPr lang="en-US" altLang="en-US" sz="3200" b="1" dirty="0"/>
              <a:t>Are composed of </a:t>
            </a:r>
            <a:r>
              <a:rPr lang="en-US" altLang="en-US" sz="3200" b="1" i="1" dirty="0">
                <a:solidFill>
                  <a:srgbClr val="FF0000"/>
                </a:solidFill>
              </a:rPr>
              <a:t>modules</a:t>
            </a:r>
            <a:r>
              <a:rPr lang="en-US" altLang="en-US" sz="3200" b="1" i="1" dirty="0"/>
              <a:t> </a:t>
            </a:r>
            <a:r>
              <a:rPr lang="en-US" altLang="en-US" sz="3200" b="1" dirty="0"/>
              <a:t>and have defined interfaces which are used for communication with other sub-systems.</a:t>
            </a:r>
          </a:p>
        </p:txBody>
      </p:sp>
      <p:pic>
        <p:nvPicPr>
          <p:cNvPr id="49156" name="Picture 5" descr="Basic CRUD (Create, Read, Update, Delete) in ASP.NET MVC Using C# and  Entity Framework - GeeksforGeeks">
            <a:extLst>
              <a:ext uri="{FF2B5EF4-FFF2-40B4-BE49-F238E27FC236}">
                <a16:creationId xmlns:a16="http://schemas.microsoft.com/office/drawing/2014/main" id="{B981C90D-7374-0277-D0F4-773EFAE579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581400"/>
            <a:ext cx="6705600"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192B7D08-1647-F46C-AF7F-EC2C68C2D374}"/>
              </a:ext>
              <a:ext uri="{C183D7F6-B498-43B3-948B-1728B52AA6E4}">
                <adec:decorative xmlns:adec="http://schemas.microsoft.com/office/drawing/2017/decorative" val="1"/>
              </a:ext>
            </a:extLst>
          </p:cNvPr>
          <p:cNvSpPr/>
          <p:nvPr/>
        </p:nvSpPr>
        <p:spPr>
          <a:xfrm>
            <a:off x="4191000" y="3654425"/>
            <a:ext cx="2971800" cy="256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49158" name="TextBox 5">
            <a:extLst>
              <a:ext uri="{FF2B5EF4-FFF2-40B4-BE49-F238E27FC236}">
                <a16:creationId xmlns:a16="http://schemas.microsoft.com/office/drawing/2014/main" id="{485A4718-9F5D-16AF-39E7-D73CCD597E1C}"/>
              </a:ext>
            </a:extLst>
          </p:cNvPr>
          <p:cNvSpPr txBox="1">
            <a:spLocks noChangeArrowheads="1"/>
          </p:cNvSpPr>
          <p:nvPr/>
        </p:nvSpPr>
        <p:spPr bwMode="auto">
          <a:xfrm>
            <a:off x="5029200" y="3189288"/>
            <a:ext cx="19812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en-US" dirty="0"/>
              <a:t>Web App</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8FA330B-52A1-2BB2-A95B-E56BA8A05949}"/>
              </a:ext>
            </a:extLst>
          </p:cNvPr>
          <p:cNvSpPr>
            <a:spLocks noGrp="1"/>
          </p:cNvSpPr>
          <p:nvPr>
            <p:ph type="title" idx="4294967295"/>
          </p:nvPr>
        </p:nvSpPr>
        <p:spPr>
          <a:xfrm>
            <a:off x="1371600" y="274638"/>
            <a:ext cx="7772400" cy="1143000"/>
          </a:xfrm>
        </p:spPr>
        <p:txBody>
          <a:bodyPr/>
          <a:lstStyle/>
          <a:p>
            <a:pPr eaLnBrk="1" hangingPunct="1"/>
            <a:r>
              <a:rPr lang="en-US" altLang="en-US" b="1" dirty="0">
                <a:solidFill>
                  <a:schemeClr val="tx1"/>
                </a:solidFill>
              </a:rPr>
              <a:t>MODULES</a:t>
            </a:r>
          </a:p>
        </p:txBody>
      </p:sp>
      <p:sp>
        <p:nvSpPr>
          <p:cNvPr id="51203" name="Rectangle 3">
            <a:extLst>
              <a:ext uri="{FF2B5EF4-FFF2-40B4-BE49-F238E27FC236}">
                <a16:creationId xmlns:a16="http://schemas.microsoft.com/office/drawing/2014/main" id="{1A3B7AD0-81D5-FE6B-2ABE-EE77CBEAA54F}"/>
              </a:ext>
            </a:extLst>
          </p:cNvPr>
          <p:cNvSpPr>
            <a:spLocks noGrp="1"/>
          </p:cNvSpPr>
          <p:nvPr>
            <p:ph sz="quarter" idx="4294967295"/>
          </p:nvPr>
        </p:nvSpPr>
        <p:spPr>
          <a:xfrm>
            <a:off x="457200" y="1447800"/>
            <a:ext cx="7772400" cy="4572000"/>
          </a:xfrm>
        </p:spPr>
        <p:txBody>
          <a:bodyPr/>
          <a:lstStyle/>
          <a:p>
            <a:pPr marL="0" indent="0" eaLnBrk="1" hangingPunct="1">
              <a:buFont typeface="Wingdings 2" panose="05020102010507070707" pitchFamily="18" charset="2"/>
              <a:buNone/>
            </a:pPr>
            <a:r>
              <a:rPr lang="en-US" altLang="en-US" sz="4000" b="1"/>
              <a:t>A module is a system component that provides one or more services to other modules.</a:t>
            </a:r>
          </a:p>
        </p:txBody>
      </p:sp>
      <p:pic>
        <p:nvPicPr>
          <p:cNvPr id="51204" name="Picture 5" descr="Basic CRUD (Create, Read, Update, Delete) in ASP.NET MVC Using C# and  Entity Framework - GeeksforGeeks">
            <a:extLst>
              <a:ext uri="{FF2B5EF4-FFF2-40B4-BE49-F238E27FC236}">
                <a16:creationId xmlns:a16="http://schemas.microsoft.com/office/drawing/2014/main" id="{7986D0A5-75AA-E61E-FE18-2DD92F0E95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4216400"/>
            <a:ext cx="6705600"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810AB030-515A-9DB7-84B4-A7F86205BF1C}"/>
              </a:ext>
              <a:ext uri="{C183D7F6-B498-43B3-948B-1728B52AA6E4}">
                <adec:decorative xmlns:adec="http://schemas.microsoft.com/office/drawing/2017/decorative" val="1"/>
              </a:ext>
            </a:extLst>
          </p:cNvPr>
          <p:cNvSpPr/>
          <p:nvPr/>
        </p:nvSpPr>
        <p:spPr>
          <a:xfrm>
            <a:off x="4191000" y="4216400"/>
            <a:ext cx="2895600" cy="2565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1206" name="TextBox 2">
            <a:extLst>
              <a:ext uri="{FF2B5EF4-FFF2-40B4-BE49-F238E27FC236}">
                <a16:creationId xmlns:a16="http://schemas.microsoft.com/office/drawing/2014/main" id="{AFAB1EE5-1D9D-9B42-5178-9BE3EE76114E}"/>
              </a:ext>
            </a:extLst>
          </p:cNvPr>
          <p:cNvSpPr txBox="1">
            <a:spLocks noChangeArrowheads="1"/>
          </p:cNvSpPr>
          <p:nvPr/>
        </p:nvSpPr>
        <p:spPr bwMode="auto">
          <a:xfrm>
            <a:off x="4991100" y="3754438"/>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en-US"/>
              <a:t>Web App</a:t>
            </a: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EA9173F-24E9-079B-0DC6-B96672FF2C86}"/>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MODULES – cont.</a:t>
            </a:r>
          </a:p>
        </p:txBody>
      </p:sp>
      <p:sp>
        <p:nvSpPr>
          <p:cNvPr id="34819" name="Rectangle 3">
            <a:extLst>
              <a:ext uri="{FF2B5EF4-FFF2-40B4-BE49-F238E27FC236}">
                <a16:creationId xmlns:a16="http://schemas.microsoft.com/office/drawing/2014/main" id="{9A57D4E1-BBE0-9FBB-2D25-B4C084961C60}"/>
              </a:ext>
            </a:extLst>
          </p:cNvPr>
          <p:cNvSpPr>
            <a:spLocks noGrp="1" noChangeArrowheads="1"/>
          </p:cNvSpPr>
          <p:nvPr>
            <p:ph sz="quarter" idx="4294967295"/>
          </p:nvPr>
        </p:nvSpPr>
        <p:spPr>
          <a:xfrm>
            <a:off x="457200" y="841375"/>
            <a:ext cx="7772400" cy="4572000"/>
          </a:xfrm>
        </p:spPr>
        <p:txBody>
          <a:bodyPr/>
          <a:lstStyle/>
          <a:p>
            <a:pPr eaLnBrk="1" hangingPunct="1">
              <a:defRPr/>
            </a:pPr>
            <a:endParaRPr lang="en-US" altLang="en-US" sz="3200" b="1" dirty="0"/>
          </a:p>
          <a:p>
            <a:pPr eaLnBrk="1" hangingPunct="1">
              <a:defRPr/>
            </a:pPr>
            <a:r>
              <a:rPr lang="en-US" altLang="en-US" sz="3200" b="1" dirty="0"/>
              <a:t>It makes use of services provided by other modules.</a:t>
            </a:r>
          </a:p>
          <a:p>
            <a:pPr eaLnBrk="1" hangingPunct="1">
              <a:defRPr/>
            </a:pPr>
            <a:r>
              <a:rPr lang="en-US" altLang="en-US" sz="3200" b="1" dirty="0"/>
              <a:t>It is not normally considered to be an independent system.</a:t>
            </a:r>
          </a:p>
          <a:p>
            <a:pPr marL="0" indent="0" eaLnBrk="1" hangingPunct="1">
              <a:buFont typeface="Wingdings 2" panose="05020102010507070707" pitchFamily="18" charset="2"/>
              <a:buNone/>
              <a:defRPr/>
            </a:pPr>
            <a:endParaRPr lang="en-US" altLang="en-US" sz="3200" b="1" dirty="0"/>
          </a:p>
        </p:txBody>
      </p:sp>
      <p:pic>
        <p:nvPicPr>
          <p:cNvPr id="53252" name="Picture 5" descr="Basic CRUD (Create, Read, Update, Delete) in ASP.NET MVC Using C# and  Entity Framework - GeeksforGeeks">
            <a:extLst>
              <a:ext uri="{FF2B5EF4-FFF2-40B4-BE49-F238E27FC236}">
                <a16:creationId xmlns:a16="http://schemas.microsoft.com/office/drawing/2014/main" id="{4410DB15-BCD0-0025-72EE-0B727CD211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4092575"/>
            <a:ext cx="6705600" cy="264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82D62ED2-E916-1790-F451-0ADD061A946F}"/>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Specification</a:t>
            </a:r>
          </a:p>
        </p:txBody>
      </p:sp>
      <p:sp>
        <p:nvSpPr>
          <p:cNvPr id="55299" name="Rectangle 3">
            <a:extLst>
              <a:ext uri="{FF2B5EF4-FFF2-40B4-BE49-F238E27FC236}">
                <a16:creationId xmlns:a16="http://schemas.microsoft.com/office/drawing/2014/main" id="{6E1A55CB-2F0E-9271-EF04-AB3CC4D8EE42}"/>
              </a:ext>
            </a:extLst>
          </p:cNvPr>
          <p:cNvSpPr>
            <a:spLocks noGrp="1"/>
          </p:cNvSpPr>
          <p:nvPr>
            <p:ph sz="quarter" idx="4294967295"/>
          </p:nvPr>
        </p:nvSpPr>
        <p:spPr>
          <a:xfrm>
            <a:off x="685800" y="1676400"/>
            <a:ext cx="7772400" cy="4572000"/>
          </a:xfrm>
        </p:spPr>
        <p:txBody>
          <a:bodyPr/>
          <a:lstStyle/>
          <a:p>
            <a:pPr marL="0" indent="0" eaLnBrk="1" hangingPunct="1">
              <a:buFont typeface="Wingdings 2" panose="05020102010507070707" pitchFamily="18" charset="2"/>
              <a:buNone/>
            </a:pPr>
            <a:r>
              <a:rPr lang="en-US" altLang="en-US" sz="3200" b="1"/>
              <a:t>Must describe not only the elements and connections between elements but also the constraints and runtime behaviors </a:t>
            </a:r>
            <a:r>
              <a:rPr lang="en-US" altLang="en-US" sz="3200" b="1">
                <a:solidFill>
                  <a:srgbClr val="009C47"/>
                </a:solidFill>
              </a:rPr>
              <a:t>so that developers know what must be implemented and how it should be implemented.</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0239B649-66A5-35F2-8F85-C0318ED51615}"/>
              </a:ext>
            </a:extLst>
          </p:cNvPr>
          <p:cNvSpPr>
            <a:spLocks noGrp="1"/>
          </p:cNvSpPr>
          <p:nvPr>
            <p:ph type="title" idx="4294967295"/>
          </p:nvPr>
        </p:nvSpPr>
        <p:spPr>
          <a:xfrm>
            <a:off x="1371600" y="274638"/>
            <a:ext cx="7772400" cy="1143000"/>
          </a:xfrm>
        </p:spPr>
        <p:txBody>
          <a:bodyPr/>
          <a:lstStyle/>
          <a:p>
            <a:pPr eaLnBrk="1" hangingPunct="1"/>
            <a:r>
              <a:rPr lang="en-US" altLang="en-US" sz="4000" b="1">
                <a:solidFill>
                  <a:schemeClr val="tx1"/>
                </a:solidFill>
              </a:rPr>
              <a:t>Software Architect’s </a:t>
            </a:r>
            <a:r>
              <a:rPr lang="en-US" altLang="en-US" sz="4000" b="1">
                <a:solidFill>
                  <a:srgbClr val="FF0000"/>
                </a:solidFill>
              </a:rPr>
              <a:t>Tasks</a:t>
            </a:r>
          </a:p>
        </p:txBody>
      </p:sp>
      <p:sp>
        <p:nvSpPr>
          <p:cNvPr id="57347" name="Rectangle 3">
            <a:extLst>
              <a:ext uri="{FF2B5EF4-FFF2-40B4-BE49-F238E27FC236}">
                <a16:creationId xmlns:a16="http://schemas.microsoft.com/office/drawing/2014/main" id="{0899DB0A-E7A9-D3F8-A0E5-8D53539941F1}"/>
              </a:ext>
            </a:extLst>
          </p:cNvPr>
          <p:cNvSpPr>
            <a:spLocks noGrp="1"/>
          </p:cNvSpPr>
          <p:nvPr>
            <p:ph sz="quarter" idx="4294967295"/>
          </p:nvPr>
        </p:nvSpPr>
        <p:spPr>
          <a:xfrm>
            <a:off x="381000" y="1752600"/>
            <a:ext cx="7772400" cy="4572000"/>
          </a:xfrm>
        </p:spPr>
        <p:txBody>
          <a:bodyPr/>
          <a:lstStyle/>
          <a:p>
            <a:pPr eaLnBrk="1" hangingPunct="1">
              <a:buFont typeface="Wingdings 2" panose="05020102010507070707" pitchFamily="18" charset="2"/>
              <a:buNone/>
            </a:pPr>
            <a:r>
              <a:rPr lang="en-US" altLang="en-US" sz="3200" b="1"/>
              <a:t>1. Perform system static partitioning and </a:t>
            </a:r>
            <a:r>
              <a:rPr lang="en-US" altLang="en-US" sz="3200" b="1">
                <a:solidFill>
                  <a:srgbClr val="009C47"/>
                </a:solidFill>
              </a:rPr>
              <a:t>decomposition into sub-systems</a:t>
            </a:r>
            <a:r>
              <a:rPr lang="en-US" altLang="en-US" sz="3200" b="1"/>
              <a:t> and communications between sub-systems.</a:t>
            </a:r>
          </a:p>
        </p:txBody>
      </p:sp>
      <p:pic>
        <p:nvPicPr>
          <p:cNvPr id="57348" name="Picture 5" descr="Basic CRUD (Create, Read, Update, Delete) in ASP.NET MVC Using C# and  Entity Framework - GeeksforGeeks">
            <a:extLst>
              <a:ext uri="{FF2B5EF4-FFF2-40B4-BE49-F238E27FC236}">
                <a16:creationId xmlns:a16="http://schemas.microsoft.com/office/drawing/2014/main" id="{16CBD213-A9E6-6BFC-139C-B9FA3E3CAE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3800" y="4191000"/>
            <a:ext cx="5105400" cy="201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69172E49-A087-F532-1C1C-602B56B47B22}"/>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architect’s tasks –cont.</a:t>
            </a:r>
          </a:p>
        </p:txBody>
      </p:sp>
      <p:sp>
        <p:nvSpPr>
          <p:cNvPr id="59395" name="Rectangle 3">
            <a:extLst>
              <a:ext uri="{FF2B5EF4-FFF2-40B4-BE49-F238E27FC236}">
                <a16:creationId xmlns:a16="http://schemas.microsoft.com/office/drawing/2014/main" id="{DC72EBD5-B881-4F0D-6783-EBF45F10E6EE}"/>
              </a:ext>
            </a:extLst>
          </p:cNvPr>
          <p:cNvSpPr>
            <a:spLocks noGrp="1"/>
          </p:cNvSpPr>
          <p:nvPr>
            <p:ph sz="quarter" idx="4294967295"/>
          </p:nvPr>
        </p:nvSpPr>
        <p:spPr>
          <a:xfrm>
            <a:off x="533400" y="1524000"/>
            <a:ext cx="7772400" cy="4572000"/>
          </a:xfrm>
        </p:spPr>
        <p:txBody>
          <a:bodyPr/>
          <a:lstStyle/>
          <a:p>
            <a:pPr eaLnBrk="1" hangingPunct="1">
              <a:buFont typeface="Wingdings 2" panose="05020102010507070707" pitchFamily="18" charset="2"/>
              <a:buNone/>
            </a:pPr>
            <a:r>
              <a:rPr lang="en-US" altLang="zh-CN" sz="2800" b="1">
                <a:ea typeface="SimSun" panose="02010600030101010101" pitchFamily="2" charset="-122"/>
              </a:rPr>
              <a:t>2. Establish dynamic control </a:t>
            </a:r>
            <a:r>
              <a:rPr lang="en-US" altLang="zh-CN" sz="2800" b="1">
                <a:solidFill>
                  <a:srgbClr val="009C47"/>
                </a:solidFill>
                <a:ea typeface="SimSun" panose="02010600030101010101" pitchFamily="2" charset="-122"/>
              </a:rPr>
              <a:t>relationships between different sub-systems </a:t>
            </a:r>
            <a:r>
              <a:rPr lang="en-US" altLang="zh-CN" sz="2800" b="1">
                <a:ea typeface="SimSun" panose="02010600030101010101" pitchFamily="2" charset="-122"/>
              </a:rPr>
              <a:t>in terms of data flow, or control flow orchestration, or message dispatching.</a:t>
            </a:r>
          </a:p>
          <a:p>
            <a:pPr eaLnBrk="1" hangingPunct="1"/>
            <a:endParaRPr lang="en-US" altLang="en-US" sz="1800"/>
          </a:p>
        </p:txBody>
      </p:sp>
      <p:pic>
        <p:nvPicPr>
          <p:cNvPr id="59396" name="Picture 5" descr="Implementing event-based communication between microservices (integration  events) | Microsoft Learn">
            <a:extLst>
              <a:ext uri="{FF2B5EF4-FFF2-40B4-BE49-F238E27FC236}">
                <a16:creationId xmlns:a16="http://schemas.microsoft.com/office/drawing/2014/main" id="{11BD2A0F-054B-B521-86E1-0F968F3F29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10000"/>
            <a:ext cx="5943600" cy="239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260CD893-E3F8-C713-5315-4DF33C0C3A94}"/>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architect’s tasks – cont.</a:t>
            </a:r>
          </a:p>
        </p:txBody>
      </p:sp>
      <p:sp>
        <p:nvSpPr>
          <p:cNvPr id="61443" name="Rectangle 3">
            <a:extLst>
              <a:ext uri="{FF2B5EF4-FFF2-40B4-BE49-F238E27FC236}">
                <a16:creationId xmlns:a16="http://schemas.microsoft.com/office/drawing/2014/main" id="{9F2E0952-62B7-C78E-0B9C-C15E002A991A}"/>
              </a:ext>
            </a:extLst>
          </p:cNvPr>
          <p:cNvSpPr>
            <a:spLocks noGrp="1"/>
          </p:cNvSpPr>
          <p:nvPr>
            <p:ph sz="quarter" idx="4294967295"/>
          </p:nvPr>
        </p:nvSpPr>
        <p:spPr>
          <a:xfrm>
            <a:off x="685800" y="1828800"/>
            <a:ext cx="7772400" cy="4572000"/>
          </a:xfrm>
        </p:spPr>
        <p:txBody>
          <a:bodyPr/>
          <a:lstStyle/>
          <a:p>
            <a:pPr eaLnBrk="1" hangingPunct="1">
              <a:buFont typeface="Wingdings 2" panose="05020102010507070707" pitchFamily="18" charset="2"/>
              <a:buNone/>
            </a:pPr>
            <a:r>
              <a:rPr lang="en-US" altLang="zh-CN" sz="3200" b="1">
                <a:ea typeface="SimSun" panose="02010600030101010101" pitchFamily="2" charset="-122"/>
              </a:rPr>
              <a:t>3. Consider and evaluate alternative </a:t>
            </a:r>
            <a:r>
              <a:rPr lang="en-US" altLang="zh-CN" sz="3200" b="1">
                <a:solidFill>
                  <a:srgbClr val="009C47"/>
                </a:solidFill>
                <a:ea typeface="SimSun" panose="02010600030101010101" pitchFamily="2" charset="-122"/>
              </a:rPr>
              <a:t>architecture styles </a:t>
            </a:r>
            <a:r>
              <a:rPr lang="en-US" altLang="zh-CN" sz="3200" b="1">
                <a:ea typeface="SimSun" panose="02010600030101010101" pitchFamily="2" charset="-122"/>
              </a:rPr>
              <a:t>for the problem at hand.</a:t>
            </a:r>
            <a:endParaRPr lang="en-US" altLang="en-US" sz="3200" b="1">
              <a:ea typeface="SimSun" panose="02010600030101010101" pitchFamily="2" charset="-122"/>
            </a:endParaRPr>
          </a:p>
        </p:txBody>
      </p:sp>
      <p:pic>
        <p:nvPicPr>
          <p:cNvPr id="61444" name="Picture 5" descr="Mind map of architecture styles: Interaction, Cloud, Domain Logic, Structure, Deployment, Heterogeneous Architecture.">
            <a:extLst>
              <a:ext uri="{FF2B5EF4-FFF2-40B4-BE49-F238E27FC236}">
                <a16:creationId xmlns:a16="http://schemas.microsoft.com/office/drawing/2014/main" id="{62B1FAFD-CD6A-D9EF-999A-DF77DB209A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3352800"/>
            <a:ext cx="6096000"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7436CC7-0A39-5EAB-455B-4DE40263E0DC}"/>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architect’s tasks –cont.</a:t>
            </a:r>
          </a:p>
        </p:txBody>
      </p:sp>
      <p:sp>
        <p:nvSpPr>
          <p:cNvPr id="63491" name="Rectangle 3">
            <a:extLst>
              <a:ext uri="{FF2B5EF4-FFF2-40B4-BE49-F238E27FC236}">
                <a16:creationId xmlns:a16="http://schemas.microsoft.com/office/drawing/2014/main" id="{6A3111FF-DE54-2290-0ADE-F06D0FB1C1B4}"/>
              </a:ext>
            </a:extLst>
          </p:cNvPr>
          <p:cNvSpPr>
            <a:spLocks noGrp="1"/>
          </p:cNvSpPr>
          <p:nvPr>
            <p:ph sz="quarter" idx="4294967295"/>
          </p:nvPr>
        </p:nvSpPr>
        <p:spPr>
          <a:xfrm>
            <a:off x="685800" y="1524000"/>
            <a:ext cx="7772400" cy="4572000"/>
          </a:xfrm>
        </p:spPr>
        <p:txBody>
          <a:bodyPr/>
          <a:lstStyle/>
          <a:p>
            <a:pPr eaLnBrk="1" hangingPunct="1">
              <a:buFont typeface="Wingdings 2" panose="05020102010507070707" pitchFamily="18" charset="2"/>
              <a:buNone/>
            </a:pPr>
            <a:r>
              <a:rPr lang="en-US" altLang="zh-CN" sz="2800" b="1">
                <a:ea typeface="SimSun" panose="02010600030101010101" pitchFamily="2" charset="-122"/>
              </a:rPr>
              <a:t>4. Perform </a:t>
            </a:r>
            <a:r>
              <a:rPr lang="en-US" altLang="zh-CN" sz="2800" b="1">
                <a:solidFill>
                  <a:srgbClr val="009C47"/>
                </a:solidFill>
                <a:ea typeface="SimSun" panose="02010600030101010101" pitchFamily="2" charset="-122"/>
              </a:rPr>
              <a:t>trade-off analysis </a:t>
            </a:r>
            <a:r>
              <a:rPr lang="en-US" altLang="zh-CN" sz="2800" b="1">
                <a:ea typeface="SimSun" panose="02010600030101010101" pitchFamily="2" charset="-122"/>
              </a:rPr>
              <a:t>on quality attributes and other non-functional requirements during the selection of architecture styles.</a:t>
            </a:r>
            <a:endParaRPr lang="en-US" altLang="en-US" sz="2800" b="1">
              <a:ea typeface="SimSun" panose="02010600030101010101" pitchFamily="2" charset="-122"/>
            </a:endParaRPr>
          </a:p>
        </p:txBody>
      </p:sp>
      <p:pic>
        <p:nvPicPr>
          <p:cNvPr id="63492" name="Picture 1" descr="&quot;Diagram showing an Event Dispatcher receiving input from five devices—Smoke Detector, Motion Sensor, Thermostat, Door Sensor, and Carbon Dioxide Detector—and sending output to three functions: Detect Fire, Check Environment, and Monitor Security.&quot;">
            <a:extLst>
              <a:ext uri="{FF2B5EF4-FFF2-40B4-BE49-F238E27FC236}">
                <a16:creationId xmlns:a16="http://schemas.microsoft.com/office/drawing/2014/main" id="{E3FEAE48-BD09-8229-DFD1-2BCC81DE54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0" y="3733800"/>
            <a:ext cx="3567113"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Picture 2" descr="&quot;Diagram showing the seven layers of the OSI model: Application Layer, Presentation Layer, Session Layer, Transport Layer, Network Layer, Data Link Layer, and Physical Layer.&quot;">
            <a:extLst>
              <a:ext uri="{FF2B5EF4-FFF2-40B4-BE49-F238E27FC236}">
                <a16:creationId xmlns:a16="http://schemas.microsoft.com/office/drawing/2014/main" id="{37576323-90EF-4519-1F60-ED9B1F5D28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3624263"/>
            <a:ext cx="1643063"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EC171153-9D14-8259-523C-20DA654E36A2}"/>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architect’s tasks – cont.</a:t>
            </a:r>
          </a:p>
        </p:txBody>
      </p:sp>
      <p:sp>
        <p:nvSpPr>
          <p:cNvPr id="65539" name="Rectangle 3">
            <a:extLst>
              <a:ext uri="{FF2B5EF4-FFF2-40B4-BE49-F238E27FC236}">
                <a16:creationId xmlns:a16="http://schemas.microsoft.com/office/drawing/2014/main" id="{92E125E1-43A0-0D2D-14E2-F8267B00FDAE}"/>
              </a:ext>
            </a:extLst>
          </p:cNvPr>
          <p:cNvSpPr>
            <a:spLocks noGrp="1"/>
          </p:cNvSpPr>
          <p:nvPr>
            <p:ph sz="quarter" idx="4294967295"/>
          </p:nvPr>
        </p:nvSpPr>
        <p:spPr>
          <a:xfrm>
            <a:off x="381000" y="1600200"/>
            <a:ext cx="5257800" cy="4572000"/>
          </a:xfrm>
        </p:spPr>
        <p:txBody>
          <a:bodyPr/>
          <a:lstStyle/>
          <a:p>
            <a:pPr eaLnBrk="1" hangingPunct="1">
              <a:buFont typeface="Wingdings 2" panose="05020102010507070707" pitchFamily="18" charset="2"/>
              <a:buNone/>
            </a:pPr>
            <a:r>
              <a:rPr lang="en-US" altLang="en-US" sz="2800" b="1"/>
              <a:t>5. </a:t>
            </a:r>
            <a:r>
              <a:rPr lang="en-US" altLang="en-US" sz="2800" b="1">
                <a:solidFill>
                  <a:srgbClr val="009C47"/>
                </a:solidFill>
              </a:rPr>
              <a:t>Map the software requirements specification to the software architecture </a:t>
            </a:r>
            <a:r>
              <a:rPr lang="en-US" altLang="en-US" sz="2800" b="1"/>
              <a:t>and guarantee that the software architecture satisfies functional and non-functional requirements (very important task).</a:t>
            </a:r>
          </a:p>
        </p:txBody>
      </p:sp>
      <p:pic>
        <p:nvPicPr>
          <p:cNvPr id="65540" name="Picture 5" descr="What is Requirements Traceability Matrix (RTM) in Testing?">
            <a:extLst>
              <a:ext uri="{FF2B5EF4-FFF2-40B4-BE49-F238E27FC236}">
                <a16:creationId xmlns:a16="http://schemas.microsoft.com/office/drawing/2014/main" id="{A23F6C46-220D-EE8B-692B-ED71AA7EA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3767138"/>
            <a:ext cx="3833813"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5CB5477-3142-1DC8-8767-B67E04055FC8}"/>
              </a:ext>
            </a:extLst>
          </p:cNvPr>
          <p:cNvSpPr>
            <a:spLocks noGrp="1"/>
          </p:cNvSpPr>
          <p:nvPr>
            <p:ph type="title" idx="4294967295"/>
          </p:nvPr>
        </p:nvSpPr>
        <p:spPr>
          <a:xfrm>
            <a:off x="1371600" y="274638"/>
            <a:ext cx="7772400" cy="1143000"/>
          </a:xfrm>
        </p:spPr>
        <p:txBody>
          <a:bodyPr/>
          <a:lstStyle/>
          <a:p>
            <a:pPr eaLnBrk="1" hangingPunct="1"/>
            <a:r>
              <a:rPr lang="en-US" altLang="en-US" sz="4400" b="1">
                <a:solidFill>
                  <a:schemeClr val="tx1"/>
                </a:solidFill>
              </a:rPr>
              <a:t>Architectural </a:t>
            </a:r>
            <a:r>
              <a:rPr lang="en-US" altLang="en-US" sz="4400" b="1">
                <a:solidFill>
                  <a:srgbClr val="FF0000"/>
                </a:solidFill>
              </a:rPr>
              <a:t>Styles</a:t>
            </a:r>
          </a:p>
        </p:txBody>
      </p:sp>
      <p:sp>
        <p:nvSpPr>
          <p:cNvPr id="43011" name="Rectangle 3">
            <a:extLst>
              <a:ext uri="{FF2B5EF4-FFF2-40B4-BE49-F238E27FC236}">
                <a16:creationId xmlns:a16="http://schemas.microsoft.com/office/drawing/2014/main" id="{FAD8D0AA-810B-7076-1FAA-C1152A502602}"/>
              </a:ext>
            </a:extLst>
          </p:cNvPr>
          <p:cNvSpPr>
            <a:spLocks noGrp="1" noChangeArrowheads="1"/>
          </p:cNvSpPr>
          <p:nvPr>
            <p:ph sz="quarter" idx="4294967295"/>
          </p:nvPr>
        </p:nvSpPr>
        <p:spPr>
          <a:xfrm>
            <a:off x="609600" y="1219200"/>
            <a:ext cx="7772400" cy="4572000"/>
          </a:xfrm>
        </p:spPr>
        <p:txBody>
          <a:bodyPr/>
          <a:lstStyle/>
          <a:p>
            <a:pPr eaLnBrk="1" hangingPunct="1">
              <a:defRPr/>
            </a:pPr>
            <a:endParaRPr lang="en-US" altLang="en-US" sz="4000" b="1" dirty="0"/>
          </a:p>
          <a:p>
            <a:pPr marL="0" indent="0" eaLnBrk="1" hangingPunct="1">
              <a:buFont typeface="Wingdings 2" panose="05020102010507070707" pitchFamily="18" charset="2"/>
              <a:buNone/>
              <a:defRPr/>
            </a:pPr>
            <a:r>
              <a:rPr lang="en-US" altLang="en-US" sz="4000" b="1" dirty="0"/>
              <a:t>An architectural style (also known as “</a:t>
            </a:r>
            <a:r>
              <a:rPr lang="en-US" altLang="en-US" sz="4000" b="1" dirty="0">
                <a:solidFill>
                  <a:srgbClr val="FF0000"/>
                </a:solidFill>
              </a:rPr>
              <a:t>architecture pattern</a:t>
            </a:r>
            <a:r>
              <a:rPr lang="en-US" altLang="en-US" sz="4000" b="1" dirty="0"/>
              <a:t>”) abstracts the common properties of a family of similar designs. </a:t>
            </a:r>
          </a:p>
          <a:p>
            <a:pPr eaLnBrk="1" hangingPunct="1">
              <a:defRPr/>
            </a:pPr>
            <a:endParaRPr lang="en-US" altLang="zh-CN" dirty="0">
              <a:ea typeface="宋体" panose="02010600030101010101" pitchFamily="2"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815A926E-792D-DB61-86E8-4F198E0350E0}"/>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Architectural Styles – cont.</a:t>
            </a:r>
          </a:p>
        </p:txBody>
      </p:sp>
      <p:sp>
        <p:nvSpPr>
          <p:cNvPr id="44035" name="Rectangle 3">
            <a:extLst>
              <a:ext uri="{FF2B5EF4-FFF2-40B4-BE49-F238E27FC236}">
                <a16:creationId xmlns:a16="http://schemas.microsoft.com/office/drawing/2014/main" id="{116F0DA4-5E6C-F635-32E6-83D6C81B7393}"/>
              </a:ext>
            </a:extLst>
          </p:cNvPr>
          <p:cNvSpPr>
            <a:spLocks noGrp="1" noChangeArrowheads="1"/>
          </p:cNvSpPr>
          <p:nvPr>
            <p:ph sz="quarter" idx="4294967295"/>
          </p:nvPr>
        </p:nvSpPr>
        <p:spPr>
          <a:xfrm>
            <a:off x="457200" y="1066800"/>
            <a:ext cx="7772400" cy="4572000"/>
          </a:xfrm>
        </p:spPr>
        <p:txBody>
          <a:bodyPr/>
          <a:lstStyle/>
          <a:p>
            <a:pPr eaLnBrk="1" hangingPunct="1">
              <a:defRPr/>
            </a:pPr>
            <a:endParaRPr lang="en-US" altLang="en-US" sz="3200" b="1" dirty="0"/>
          </a:p>
          <a:p>
            <a:pPr marL="0" indent="0" eaLnBrk="1" hangingPunct="1">
              <a:buFont typeface="Wingdings 2" panose="05020102010507070707" pitchFamily="18" charset="2"/>
              <a:buNone/>
              <a:defRPr/>
            </a:pPr>
            <a:r>
              <a:rPr lang="en-US" altLang="en-US" sz="3200" b="1" dirty="0"/>
              <a:t>An architectural style </a:t>
            </a:r>
            <a:r>
              <a:rPr lang="en-US" altLang="zh-CN" sz="3200" b="1" dirty="0">
                <a:ea typeface="宋体" panose="02010600030101010101" pitchFamily="2" charset="-122"/>
              </a:rPr>
              <a:t>contains a set of rules, constraints, and patterns of how to structure a system into a set of elements and connectors.</a:t>
            </a:r>
            <a:endParaRPr lang="en-US" altLang="en-US" sz="3200" b="1" dirty="0">
              <a:ea typeface="宋体" panose="02010600030101010101" pitchFamily="2" charset="-122"/>
            </a:endParaRPr>
          </a:p>
        </p:txBody>
      </p:sp>
      <p:pic>
        <p:nvPicPr>
          <p:cNvPr id="69636" name="Picture 5" descr="What Is an Event-Driven Architecture? | Hazelcast">
            <a:extLst>
              <a:ext uri="{FF2B5EF4-FFF2-40B4-BE49-F238E27FC236}">
                <a16:creationId xmlns:a16="http://schemas.microsoft.com/office/drawing/2014/main" id="{729BD660-5BC2-FE9C-A99C-4736BA36D1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3657600"/>
            <a:ext cx="5848350" cy="2662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7DF86355-09A6-EB3C-BE53-81F8788361E7}"/>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Architectural Styles – cont.</a:t>
            </a:r>
          </a:p>
        </p:txBody>
      </p:sp>
      <p:sp>
        <p:nvSpPr>
          <p:cNvPr id="45059" name="Rectangle 3">
            <a:extLst>
              <a:ext uri="{FF2B5EF4-FFF2-40B4-BE49-F238E27FC236}">
                <a16:creationId xmlns:a16="http://schemas.microsoft.com/office/drawing/2014/main" id="{825B8A3A-0A39-E70D-9C89-ABB80A47631B}"/>
              </a:ext>
            </a:extLst>
          </p:cNvPr>
          <p:cNvSpPr>
            <a:spLocks noGrp="1" noChangeArrowheads="1"/>
          </p:cNvSpPr>
          <p:nvPr>
            <p:ph sz="quarter" idx="4294967295"/>
          </p:nvPr>
        </p:nvSpPr>
        <p:spPr>
          <a:xfrm>
            <a:off x="533400" y="1066800"/>
            <a:ext cx="7772400" cy="4572000"/>
          </a:xfrm>
        </p:spPr>
        <p:txBody>
          <a:bodyPr/>
          <a:lstStyle/>
          <a:p>
            <a:pPr eaLnBrk="1" hangingPunct="1">
              <a:defRPr/>
            </a:pPr>
            <a:endParaRPr lang="en-US" altLang="zh-CN" sz="3200" b="1" dirty="0">
              <a:ea typeface="宋体" panose="02010600030101010101" pitchFamily="2" charset="-122"/>
            </a:endParaRPr>
          </a:p>
          <a:p>
            <a:pPr marL="0" indent="0" eaLnBrk="1" hangingPunct="1">
              <a:buFont typeface="Wingdings 2" panose="05020102010507070707" pitchFamily="18" charset="2"/>
              <a:buNone/>
              <a:defRPr/>
            </a:pPr>
            <a:r>
              <a:rPr lang="en-US" altLang="zh-CN" sz="3200" b="1" dirty="0">
                <a:ea typeface="宋体" panose="02010600030101010101" pitchFamily="2" charset="-122"/>
              </a:rPr>
              <a:t>It governs the overall structure design pattern of constituent element types and their runtime interaction of flow control and data transfer.</a:t>
            </a:r>
            <a:endParaRPr lang="en-US" altLang="en-US" sz="3200" b="1" dirty="0">
              <a:ea typeface="宋体" panose="02010600030101010101" pitchFamily="2" charset="-122"/>
            </a:endParaRPr>
          </a:p>
          <a:p>
            <a:pPr eaLnBrk="1" hangingPunct="1">
              <a:defRPr/>
            </a:pPr>
            <a:endParaRPr lang="en-US" altLang="en-US" sz="2000" dirty="0"/>
          </a:p>
        </p:txBody>
      </p:sp>
      <p:pic>
        <p:nvPicPr>
          <p:cNvPr id="71684" name="Picture 5" descr="web applications - Should the web client (web browser) be counted as a tier  in n-tier architecture? - Software Engineering Stack Exchange">
            <a:extLst>
              <a:ext uri="{FF2B5EF4-FFF2-40B4-BE49-F238E27FC236}">
                <a16:creationId xmlns:a16="http://schemas.microsoft.com/office/drawing/2014/main" id="{0A103C47-8BA6-78CD-C2C8-BC58CD0B5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3886200"/>
            <a:ext cx="60198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F3004332-504E-194D-1F42-41554E817376}"/>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key components of an architectural style</a:t>
            </a:r>
          </a:p>
        </p:txBody>
      </p:sp>
      <p:sp>
        <p:nvSpPr>
          <p:cNvPr id="73731" name="Rectangle 3">
            <a:extLst>
              <a:ext uri="{FF2B5EF4-FFF2-40B4-BE49-F238E27FC236}">
                <a16:creationId xmlns:a16="http://schemas.microsoft.com/office/drawing/2014/main" id="{D44155D9-3CC6-ADAA-AB07-2119C023620F}"/>
              </a:ext>
            </a:extLst>
          </p:cNvPr>
          <p:cNvSpPr>
            <a:spLocks noGrp="1"/>
          </p:cNvSpPr>
          <p:nvPr>
            <p:ph sz="quarter" idx="4294967295"/>
          </p:nvPr>
        </p:nvSpPr>
        <p:spPr>
          <a:xfrm>
            <a:off x="304800" y="1417638"/>
            <a:ext cx="7772400" cy="4572000"/>
          </a:xfrm>
        </p:spPr>
        <p:txBody>
          <a:bodyPr/>
          <a:lstStyle/>
          <a:p>
            <a:pPr eaLnBrk="1" hangingPunct="1">
              <a:lnSpc>
                <a:spcPct val="80000"/>
              </a:lnSpc>
            </a:pPr>
            <a:endParaRPr lang="en-US" altLang="en-US" sz="2400" b="1"/>
          </a:p>
          <a:p>
            <a:pPr eaLnBrk="1" hangingPunct="1">
              <a:lnSpc>
                <a:spcPct val="80000"/>
              </a:lnSpc>
            </a:pPr>
            <a:r>
              <a:rPr lang="en-US" altLang="en-US" sz="3200" b="1"/>
              <a:t>Elements</a:t>
            </a:r>
          </a:p>
          <a:p>
            <a:pPr eaLnBrk="1" hangingPunct="1">
              <a:lnSpc>
                <a:spcPct val="80000"/>
              </a:lnSpc>
            </a:pPr>
            <a:endParaRPr lang="en-US" altLang="en-US" sz="3200" b="1"/>
          </a:p>
          <a:p>
            <a:pPr eaLnBrk="1" hangingPunct="1">
              <a:lnSpc>
                <a:spcPct val="80000"/>
              </a:lnSpc>
            </a:pPr>
            <a:r>
              <a:rPr lang="en-US" altLang="en-US" sz="3200" b="1"/>
              <a:t>Connectors</a:t>
            </a:r>
          </a:p>
          <a:p>
            <a:pPr eaLnBrk="1" hangingPunct="1">
              <a:lnSpc>
                <a:spcPct val="80000"/>
              </a:lnSpc>
            </a:pPr>
            <a:endParaRPr lang="en-US" altLang="en-US" sz="3200" b="1"/>
          </a:p>
          <a:p>
            <a:pPr eaLnBrk="1" hangingPunct="1">
              <a:lnSpc>
                <a:spcPct val="80000"/>
              </a:lnSpc>
            </a:pPr>
            <a:r>
              <a:rPr lang="en-US" altLang="en-US" sz="3200" b="1"/>
              <a:t>Constraints</a:t>
            </a:r>
          </a:p>
          <a:p>
            <a:pPr eaLnBrk="1" hangingPunct="1">
              <a:lnSpc>
                <a:spcPct val="80000"/>
              </a:lnSpc>
            </a:pPr>
            <a:endParaRPr lang="en-US" altLang="en-US" sz="3200" b="1"/>
          </a:p>
          <a:p>
            <a:pPr eaLnBrk="1" hangingPunct="1">
              <a:lnSpc>
                <a:spcPct val="80000"/>
              </a:lnSpc>
            </a:pPr>
            <a:r>
              <a:rPr lang="en-US" altLang="en-US" sz="3200" b="1"/>
              <a:t>Attributes </a:t>
            </a:r>
          </a:p>
          <a:p>
            <a:pPr eaLnBrk="1" hangingPunct="1">
              <a:lnSpc>
                <a:spcPct val="80000"/>
              </a:lnSpc>
            </a:pPr>
            <a:endParaRPr lang="en-US" altLang="en-US" sz="2000"/>
          </a:p>
          <a:p>
            <a:pPr eaLnBrk="1" hangingPunct="1">
              <a:lnSpc>
                <a:spcPct val="80000"/>
              </a:lnSpc>
            </a:pPr>
            <a:endParaRPr lang="en-US" altLang="en-US" sz="2000"/>
          </a:p>
        </p:txBody>
      </p:sp>
      <p:pic>
        <p:nvPicPr>
          <p:cNvPr id="73732" name="Picture 5" descr="MVC Architecture - Detailed Explanation - InterviewBit">
            <a:extLst>
              <a:ext uri="{FF2B5EF4-FFF2-40B4-BE49-F238E27FC236}">
                <a16:creationId xmlns:a16="http://schemas.microsoft.com/office/drawing/2014/main" id="{8B7E25CC-FAF7-9BD2-9C8C-386446D9A1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7850" y="1608138"/>
            <a:ext cx="5721350" cy="383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a:extLst>
              <a:ext uri="{FF2B5EF4-FFF2-40B4-BE49-F238E27FC236}">
                <a16:creationId xmlns:a16="http://schemas.microsoft.com/office/drawing/2014/main" id="{5C8D2D78-CA9C-BEBF-8BB3-868E1E8B56CC}"/>
              </a:ext>
            </a:extLst>
          </p:cNvPr>
          <p:cNvSpPr>
            <a:spLocks noGrp="1"/>
          </p:cNvSpPr>
          <p:nvPr>
            <p:ph sz="quarter" idx="4294967295"/>
          </p:nvPr>
        </p:nvSpPr>
        <p:spPr>
          <a:xfrm>
            <a:off x="685800" y="-304800"/>
            <a:ext cx="7772400" cy="4572000"/>
          </a:xfrm>
        </p:spPr>
        <p:txBody>
          <a:bodyPr/>
          <a:lstStyle/>
          <a:p>
            <a:pPr eaLnBrk="1" hangingPunct="1"/>
            <a:endParaRPr lang="en-US" altLang="en-US" sz="4000" b="1" dirty="0">
              <a:solidFill>
                <a:srgbClr val="FF0000"/>
              </a:solidFill>
            </a:endParaRPr>
          </a:p>
          <a:p>
            <a:pPr eaLnBrk="1" hangingPunct="1"/>
            <a:r>
              <a:rPr lang="en-US" altLang="en-US" sz="4000" b="1" dirty="0">
                <a:solidFill>
                  <a:srgbClr val="FF0000"/>
                </a:solidFill>
              </a:rPr>
              <a:t>Elements</a:t>
            </a:r>
            <a:r>
              <a:rPr lang="en-US" altLang="en-US" sz="4000" b="1" dirty="0"/>
              <a:t> that perform functions required by a system</a:t>
            </a:r>
          </a:p>
          <a:p>
            <a:pPr eaLnBrk="1" hangingPunct="1"/>
            <a:endParaRPr lang="en-US" altLang="en-US" dirty="0"/>
          </a:p>
        </p:txBody>
      </p:sp>
      <p:pic>
        <p:nvPicPr>
          <p:cNvPr id="75779" name="Picture 4" descr="MVC Architecture - Detailed Explanation - InterviewBit">
            <a:extLst>
              <a:ext uri="{FF2B5EF4-FFF2-40B4-BE49-F238E27FC236}">
                <a16:creationId xmlns:a16="http://schemas.microsoft.com/office/drawing/2014/main" id="{4B2E5531-2A5B-CD74-D061-59EBF5ADCB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301875"/>
            <a:ext cx="5867400"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0760ECD-C746-6489-E980-7E48265B8492}"/>
              </a:ext>
            </a:extLst>
          </p:cNvPr>
          <p:cNvSpPr>
            <a:spLocks noGrp="1"/>
          </p:cNvSpPr>
          <p:nvPr>
            <p:ph type="title" idx="4294967295"/>
          </p:nvPr>
        </p:nvSpPr>
        <p:spPr>
          <a:xfrm>
            <a:off x="304800" y="-1063625"/>
            <a:ext cx="8534400" cy="758825"/>
          </a:xfrm>
        </p:spPr>
        <p:txBody>
          <a:bodyPr/>
          <a:lstStyle/>
          <a:p>
            <a:r>
              <a:rPr lang="en-US" sz="4000" b="1" kern="1200" dirty="0">
                <a:solidFill>
                  <a:srgbClr val="FF0000"/>
                </a:solidFill>
                <a:effectLst/>
                <a:latin typeface="Georgia" panose="02040502050405020303" pitchFamily="18" charset="0"/>
                <a:ea typeface="+mn-ea"/>
                <a:cs typeface="+mn-cs"/>
              </a:rPr>
              <a:t>Elements</a:t>
            </a:r>
            <a:r>
              <a:rPr lang="en-US" dirty="0"/>
              <a:t> </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a:extLst>
              <a:ext uri="{FF2B5EF4-FFF2-40B4-BE49-F238E27FC236}">
                <a16:creationId xmlns:a16="http://schemas.microsoft.com/office/drawing/2014/main" id="{0CB59D42-0667-D389-9325-CFC18F5DC08C}"/>
              </a:ext>
            </a:extLst>
          </p:cNvPr>
          <p:cNvSpPr>
            <a:spLocks noGrp="1"/>
          </p:cNvSpPr>
          <p:nvPr>
            <p:ph sz="quarter" idx="4294967295"/>
          </p:nvPr>
        </p:nvSpPr>
        <p:spPr>
          <a:xfrm>
            <a:off x="304800" y="-381000"/>
            <a:ext cx="7772400" cy="4572000"/>
          </a:xfrm>
        </p:spPr>
        <p:txBody>
          <a:bodyPr/>
          <a:lstStyle/>
          <a:p>
            <a:pPr eaLnBrk="1" hangingPunct="1"/>
            <a:endParaRPr lang="en-US" altLang="en-US" sz="3600" b="1">
              <a:solidFill>
                <a:srgbClr val="FF0000"/>
              </a:solidFill>
            </a:endParaRPr>
          </a:p>
          <a:p>
            <a:pPr eaLnBrk="1" hangingPunct="1"/>
            <a:r>
              <a:rPr lang="en-US" altLang="en-US" sz="3600" b="1">
                <a:solidFill>
                  <a:srgbClr val="FF0000"/>
                </a:solidFill>
              </a:rPr>
              <a:t>Connectors</a:t>
            </a:r>
            <a:r>
              <a:rPr lang="en-US" altLang="en-US" sz="3600" b="1"/>
              <a:t> that enable communication, coordination, and cooperation among elements</a:t>
            </a:r>
          </a:p>
          <a:p>
            <a:pPr eaLnBrk="1" hangingPunct="1"/>
            <a:endParaRPr lang="en-US" altLang="en-US" sz="2400"/>
          </a:p>
        </p:txBody>
      </p:sp>
      <p:pic>
        <p:nvPicPr>
          <p:cNvPr id="77827" name="Picture 4" descr="MVC Architecture - Detailed Explanation - InterviewBit">
            <a:extLst>
              <a:ext uri="{FF2B5EF4-FFF2-40B4-BE49-F238E27FC236}">
                <a16:creationId xmlns:a16="http://schemas.microsoft.com/office/drawing/2014/main" id="{B4CD33B3-C90D-53DC-4036-CC294C7EA3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301875"/>
            <a:ext cx="5867400"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1E444792-3E24-3F4E-D46E-1989EAC1FC45}"/>
              </a:ext>
            </a:extLst>
          </p:cNvPr>
          <p:cNvSpPr>
            <a:spLocks noGrp="1"/>
          </p:cNvSpPr>
          <p:nvPr>
            <p:ph type="title" idx="4294967295"/>
          </p:nvPr>
        </p:nvSpPr>
        <p:spPr>
          <a:xfrm>
            <a:off x="304800" y="-739231"/>
            <a:ext cx="8534400" cy="758825"/>
          </a:xfrm>
        </p:spPr>
        <p:txBody>
          <a:bodyPr/>
          <a:lstStyle/>
          <a:p>
            <a:r>
              <a:rPr lang="en-US" dirty="0"/>
              <a:t>Connectors</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3">
            <a:extLst>
              <a:ext uri="{FF2B5EF4-FFF2-40B4-BE49-F238E27FC236}">
                <a16:creationId xmlns:a16="http://schemas.microsoft.com/office/drawing/2014/main" id="{B451CE30-D99A-8642-5412-F3E20B8D4358}"/>
              </a:ext>
            </a:extLst>
          </p:cNvPr>
          <p:cNvSpPr>
            <a:spLocks noGrp="1"/>
          </p:cNvSpPr>
          <p:nvPr>
            <p:ph sz="quarter" idx="4294967295"/>
          </p:nvPr>
        </p:nvSpPr>
        <p:spPr>
          <a:xfrm>
            <a:off x="304800" y="-304800"/>
            <a:ext cx="7772400" cy="4572000"/>
          </a:xfrm>
        </p:spPr>
        <p:txBody>
          <a:bodyPr/>
          <a:lstStyle/>
          <a:p>
            <a:pPr eaLnBrk="1" hangingPunct="1"/>
            <a:endParaRPr lang="en-US" altLang="en-US" sz="4000" b="1" dirty="0">
              <a:solidFill>
                <a:srgbClr val="FF0000"/>
              </a:solidFill>
            </a:endParaRPr>
          </a:p>
          <a:p>
            <a:pPr eaLnBrk="1" hangingPunct="1"/>
            <a:r>
              <a:rPr lang="en-US" altLang="en-US" sz="4000" b="1" dirty="0">
                <a:solidFill>
                  <a:srgbClr val="FF0000"/>
                </a:solidFill>
              </a:rPr>
              <a:t>Constraints</a:t>
            </a:r>
            <a:r>
              <a:rPr lang="en-US" altLang="en-US" sz="4000" b="1" dirty="0"/>
              <a:t> that define how elements can be integrated to form the system</a:t>
            </a:r>
          </a:p>
          <a:p>
            <a:pPr eaLnBrk="1" hangingPunct="1"/>
            <a:endParaRPr lang="en-US" altLang="en-US" dirty="0"/>
          </a:p>
        </p:txBody>
      </p:sp>
      <p:pic>
        <p:nvPicPr>
          <p:cNvPr id="79875" name="Picture 4" descr="MVC Architecture - Detailed Explanation - InterviewBit">
            <a:extLst>
              <a:ext uri="{FF2B5EF4-FFF2-40B4-BE49-F238E27FC236}">
                <a16:creationId xmlns:a16="http://schemas.microsoft.com/office/drawing/2014/main" id="{464DFB6E-31B9-0425-B80C-9E1AB66A25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362200"/>
            <a:ext cx="5867400"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7064C379-C275-918B-E229-F149881756E0}"/>
              </a:ext>
            </a:extLst>
          </p:cNvPr>
          <p:cNvSpPr>
            <a:spLocks noGrp="1"/>
          </p:cNvSpPr>
          <p:nvPr>
            <p:ph type="title" idx="4294967295"/>
          </p:nvPr>
        </p:nvSpPr>
        <p:spPr>
          <a:xfrm>
            <a:off x="304800" y="-1063625"/>
            <a:ext cx="8534400" cy="758825"/>
          </a:xfrm>
        </p:spPr>
        <p:txBody>
          <a:bodyPr/>
          <a:lstStyle/>
          <a:p>
            <a:r>
              <a:rPr lang="en-US" dirty="0"/>
              <a:t>Constraints</a:t>
            </a:r>
          </a:p>
        </p:txBody>
      </p:sp>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3">
            <a:extLst>
              <a:ext uri="{FF2B5EF4-FFF2-40B4-BE49-F238E27FC236}">
                <a16:creationId xmlns:a16="http://schemas.microsoft.com/office/drawing/2014/main" id="{0D15EEDA-6542-EAAF-DEB4-7CDF6A9733D7}"/>
              </a:ext>
            </a:extLst>
          </p:cNvPr>
          <p:cNvSpPr>
            <a:spLocks noGrp="1"/>
          </p:cNvSpPr>
          <p:nvPr>
            <p:ph sz="quarter" idx="4294967295"/>
          </p:nvPr>
        </p:nvSpPr>
        <p:spPr>
          <a:xfrm>
            <a:off x="228600" y="-457200"/>
            <a:ext cx="7772400" cy="4572000"/>
          </a:xfrm>
        </p:spPr>
        <p:txBody>
          <a:bodyPr/>
          <a:lstStyle/>
          <a:p>
            <a:pPr eaLnBrk="1" hangingPunct="1"/>
            <a:endParaRPr lang="en-US" altLang="en-US" sz="4000" b="1" dirty="0">
              <a:solidFill>
                <a:srgbClr val="FF0000"/>
              </a:solidFill>
            </a:endParaRPr>
          </a:p>
          <a:p>
            <a:pPr eaLnBrk="1" hangingPunct="1"/>
            <a:r>
              <a:rPr lang="en-US" altLang="en-US" sz="4000" b="1" dirty="0">
                <a:solidFill>
                  <a:srgbClr val="FF0000"/>
                </a:solidFill>
              </a:rPr>
              <a:t>Attributes</a:t>
            </a:r>
            <a:r>
              <a:rPr lang="en-US" altLang="en-US" sz="4000" b="1" dirty="0"/>
              <a:t> that describe the advantages and disadvantages of the chosen structure</a:t>
            </a:r>
          </a:p>
        </p:txBody>
      </p:sp>
      <p:pic>
        <p:nvPicPr>
          <p:cNvPr id="81923" name="Picture 4" descr="MVC Architecture - Detailed Explanation - InterviewBit">
            <a:extLst>
              <a:ext uri="{FF2B5EF4-FFF2-40B4-BE49-F238E27FC236}">
                <a16:creationId xmlns:a16="http://schemas.microsoft.com/office/drawing/2014/main" id="{7EC6679D-C51A-B27B-E8A0-0CCF7EF26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286000"/>
            <a:ext cx="5867400"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A9DEC805-EAAE-8BDC-1FF1-67369CD02DC4}"/>
              </a:ext>
            </a:extLst>
          </p:cNvPr>
          <p:cNvSpPr>
            <a:spLocks noGrp="1"/>
          </p:cNvSpPr>
          <p:nvPr>
            <p:ph type="title" idx="4294967295"/>
          </p:nvPr>
        </p:nvSpPr>
        <p:spPr>
          <a:xfrm>
            <a:off x="381000" y="-1194254"/>
            <a:ext cx="8534400" cy="758825"/>
          </a:xfrm>
        </p:spPr>
        <p:txBody>
          <a:bodyPr/>
          <a:lstStyle/>
          <a:p>
            <a:r>
              <a:rPr lang="en-US" dirty="0"/>
              <a:t>Attributes</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91039F3D-EE27-65A2-98CB-C2F5CA0DB620}"/>
              </a:ext>
            </a:extLst>
          </p:cNvPr>
          <p:cNvSpPr>
            <a:spLocks noGrp="1"/>
          </p:cNvSpPr>
          <p:nvPr>
            <p:ph type="title" idx="4294967295"/>
          </p:nvPr>
        </p:nvSpPr>
        <p:spPr>
          <a:xfrm>
            <a:off x="1371600" y="274638"/>
            <a:ext cx="7772400" cy="1143000"/>
          </a:xfrm>
        </p:spPr>
        <p:txBody>
          <a:bodyPr/>
          <a:lstStyle/>
          <a:p>
            <a:pPr eaLnBrk="1" hangingPunct="1"/>
            <a:r>
              <a:rPr lang="en-US" altLang="en-US" b="1" dirty="0">
                <a:solidFill>
                  <a:schemeClr val="tx1"/>
                </a:solidFill>
              </a:rPr>
              <a:t>Software Architecture Design </a:t>
            </a:r>
            <a:r>
              <a:rPr lang="en-US" altLang="en-US" b="1" dirty="0">
                <a:solidFill>
                  <a:srgbClr val="FF0000"/>
                </a:solidFill>
              </a:rPr>
              <a:t>Guidelines</a:t>
            </a:r>
          </a:p>
        </p:txBody>
      </p:sp>
      <p:sp>
        <p:nvSpPr>
          <p:cNvPr id="83971" name="Rectangle 3">
            <a:extLst>
              <a:ext uri="{FF2B5EF4-FFF2-40B4-BE49-F238E27FC236}">
                <a16:creationId xmlns:a16="http://schemas.microsoft.com/office/drawing/2014/main" id="{7E3FA049-53A0-A3E7-69D1-867A8BD46FDD}"/>
              </a:ext>
            </a:extLst>
          </p:cNvPr>
          <p:cNvSpPr>
            <a:spLocks noGrp="1"/>
          </p:cNvSpPr>
          <p:nvPr>
            <p:ph sz="quarter" idx="4294967295"/>
          </p:nvPr>
        </p:nvSpPr>
        <p:spPr>
          <a:xfrm>
            <a:off x="762000" y="846138"/>
            <a:ext cx="7772400" cy="4572000"/>
          </a:xfrm>
        </p:spPr>
        <p:txBody>
          <a:bodyPr/>
          <a:lstStyle/>
          <a:p>
            <a:pPr eaLnBrk="1" hangingPunct="1">
              <a:buFontTx/>
              <a:buNone/>
            </a:pPr>
            <a:endParaRPr lang="en-US" altLang="en-US" sz="4000" b="1" i="1"/>
          </a:p>
          <a:p>
            <a:pPr eaLnBrk="1" hangingPunct="1">
              <a:buFontTx/>
              <a:buNone/>
            </a:pPr>
            <a:r>
              <a:rPr lang="en-US" altLang="en-US" sz="4000" b="1" i="1"/>
              <a:t>Think of</a:t>
            </a:r>
            <a:r>
              <a:rPr lang="en-US" altLang="zh-CN" sz="4000" b="1" i="1">
                <a:ea typeface="SimSun" panose="02010600030101010101" pitchFamily="2" charset="-122"/>
              </a:rPr>
              <a:t> </a:t>
            </a:r>
            <a:r>
              <a:rPr lang="en-US" altLang="zh-CN" sz="4000" b="1" i="1">
                <a:solidFill>
                  <a:srgbClr val="009C47"/>
                </a:solidFill>
                <a:ea typeface="SimSun" panose="02010600030101010101" pitchFamily="2" charset="-122"/>
              </a:rPr>
              <a:t>what</a:t>
            </a:r>
            <a:r>
              <a:rPr lang="en-US" altLang="zh-CN" sz="4000" b="1" i="1">
                <a:ea typeface="SimSun" panose="02010600030101010101" pitchFamily="2" charset="-122"/>
              </a:rPr>
              <a:t> to do before thinking of </a:t>
            </a:r>
            <a:r>
              <a:rPr lang="en-US" altLang="zh-CN" sz="4000" b="1" i="1">
                <a:solidFill>
                  <a:srgbClr val="009C47"/>
                </a:solidFill>
                <a:ea typeface="SimSun" panose="02010600030101010101" pitchFamily="2" charset="-122"/>
              </a:rPr>
              <a:t>how</a:t>
            </a:r>
            <a:r>
              <a:rPr lang="en-US" altLang="zh-CN" sz="4000" b="1" i="1">
                <a:ea typeface="SimSun" panose="02010600030101010101" pitchFamily="2" charset="-122"/>
              </a:rPr>
              <a:t> to do it</a:t>
            </a:r>
            <a:r>
              <a:rPr lang="en-US" altLang="zh-CN" sz="4000" b="1">
                <a:ea typeface="SimSun" panose="02010600030101010101" pitchFamily="2" charset="-122"/>
              </a:rPr>
              <a:t>.</a:t>
            </a:r>
          </a:p>
          <a:p>
            <a:pPr eaLnBrk="1" hangingPunct="1">
              <a:buFont typeface="Wingdings 2" panose="05020102010507070707" pitchFamily="18" charset="2"/>
              <a:buNone/>
            </a:pPr>
            <a:endParaRPr lang="en-US" altLang="en-US" sz="4000" b="1">
              <a:ea typeface="SimSun" panose="02010600030101010101" pitchFamily="2" charset="-122"/>
            </a:endParaRPr>
          </a:p>
        </p:txBody>
      </p:sp>
      <p:pic>
        <p:nvPicPr>
          <p:cNvPr id="83972" name="Picture 5" descr="Ready, Fire Aim (?) – Action Plan Marketing">
            <a:extLst>
              <a:ext uri="{FF2B5EF4-FFF2-40B4-BE49-F238E27FC236}">
                <a16:creationId xmlns:a16="http://schemas.microsoft.com/office/drawing/2014/main" id="{A6143ABA-222B-569B-F2F7-F36E0DBC6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2971800"/>
            <a:ext cx="3262313" cy="326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a:extLst>
              <a:ext uri="{FF2B5EF4-FFF2-40B4-BE49-F238E27FC236}">
                <a16:creationId xmlns:a16="http://schemas.microsoft.com/office/drawing/2014/main" id="{273CC218-CC22-2D81-DF90-9C3C595332F1}"/>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endParaRPr lang="en-US" altLang="en-US"/>
          </a:p>
        </p:txBody>
      </p:sp>
      <p:sp>
        <p:nvSpPr>
          <p:cNvPr id="86019" name="Content Placeholder 2">
            <a:extLst>
              <a:ext uri="{FF2B5EF4-FFF2-40B4-BE49-F238E27FC236}">
                <a16:creationId xmlns:a16="http://schemas.microsoft.com/office/drawing/2014/main" id="{F74221B7-B427-EC9B-AA9C-BC5F5848D824}"/>
              </a:ext>
            </a:extLst>
          </p:cNvPr>
          <p:cNvSpPr>
            <a:spLocks noGrp="1"/>
          </p:cNvSpPr>
          <p:nvPr>
            <p:ph sz="quarter" idx="4294967295"/>
          </p:nvPr>
        </p:nvSpPr>
        <p:spPr>
          <a:xfrm>
            <a:off x="381000" y="1143000"/>
            <a:ext cx="7772400" cy="4572000"/>
          </a:xfrm>
        </p:spPr>
        <p:txBody>
          <a:bodyPr/>
          <a:lstStyle/>
          <a:p>
            <a:pPr eaLnBrk="1" hangingPunct="1"/>
            <a:endParaRPr lang="en-US" altLang="zh-CN" sz="3200" b="1">
              <a:ea typeface="SimSun" panose="02010600030101010101" pitchFamily="2" charset="-122"/>
            </a:endParaRPr>
          </a:p>
          <a:p>
            <a:pPr eaLnBrk="1" hangingPunct="1"/>
            <a:r>
              <a:rPr lang="en-US" altLang="zh-CN" sz="3200" b="1">
                <a:ea typeface="SimSun" panose="02010600030101010101" pitchFamily="2" charset="-122"/>
              </a:rPr>
              <a:t>Functional and non-functional requirements should be identified, verified, and validated (i.e, </a:t>
            </a:r>
            <a:r>
              <a:rPr lang="en-US" altLang="zh-CN" sz="3200" b="1">
                <a:solidFill>
                  <a:srgbClr val="009C47"/>
                </a:solidFill>
                <a:ea typeface="SimSun" panose="02010600030101010101" pitchFamily="2" charset="-122"/>
              </a:rPr>
              <a:t>product design</a:t>
            </a:r>
            <a:r>
              <a:rPr lang="en-US" altLang="zh-CN" sz="3200" b="1">
                <a:ea typeface="SimSun" panose="02010600030101010101" pitchFamily="2" charset="-122"/>
              </a:rPr>
              <a:t>) before architectural and detailed design (i.e, </a:t>
            </a:r>
            <a:r>
              <a:rPr lang="en-US" altLang="zh-CN" sz="3200" b="1">
                <a:solidFill>
                  <a:srgbClr val="009C47"/>
                </a:solidFill>
                <a:ea typeface="SimSun" panose="02010600030101010101" pitchFamily="2" charset="-122"/>
              </a:rPr>
              <a:t>software engineering design</a:t>
            </a:r>
            <a:r>
              <a:rPr lang="en-US" altLang="zh-CN" sz="3200" b="1">
                <a:ea typeface="SimSun" panose="02010600030101010101" pitchFamily="2" charset="-122"/>
              </a:rPr>
              <a:t>)</a:t>
            </a:r>
            <a:endParaRPr lang="en-US" altLang="en-US" sz="3200"/>
          </a:p>
        </p:txBody>
      </p:sp>
    </p:spTree>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8066" name="Picture 2" descr="How To Define Non-Functional Requirements Of A Project? - Mindbowser">
            <a:extLst>
              <a:ext uri="{FF2B5EF4-FFF2-40B4-BE49-F238E27FC236}">
                <a16:creationId xmlns:a16="http://schemas.microsoft.com/office/drawing/2014/main" id="{D6B94038-0BB4-1236-4787-F60A7D5165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81000"/>
            <a:ext cx="6075363"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7" name="Picture 4" descr="Functional vs Non-Functional Requirements - Understand the Difference">
            <a:extLst>
              <a:ext uri="{FF2B5EF4-FFF2-40B4-BE49-F238E27FC236}">
                <a16:creationId xmlns:a16="http://schemas.microsoft.com/office/drawing/2014/main" id="{BFE2D121-179A-7185-B34B-4913A6D7E3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38600" y="4495800"/>
            <a:ext cx="4905375" cy="179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3D640652-7180-8065-E26F-58643EA35636}"/>
              </a:ext>
            </a:extLst>
          </p:cNvPr>
          <p:cNvSpPr>
            <a:spLocks noGrp="1"/>
          </p:cNvSpPr>
          <p:nvPr>
            <p:ph type="title" idx="4294967295"/>
          </p:nvPr>
        </p:nvSpPr>
        <p:spPr>
          <a:xfrm>
            <a:off x="381000" y="-1041154"/>
            <a:ext cx="8534400" cy="758825"/>
          </a:xfrm>
        </p:spPr>
        <p:txBody>
          <a:bodyPr/>
          <a:lstStyle/>
          <a:p>
            <a:r>
              <a:rPr lang="en-US" dirty="0"/>
              <a:t>Software Architecture Design Guidelines –cont.</a:t>
            </a:r>
          </a:p>
          <a:p>
            <a:r>
              <a:rPr lang="en-US" dirty="0"/>
              <a:t>Difference</a:t>
            </a:r>
            <a:r>
              <a:rPr lang="en-US" baseline="0" dirty="0"/>
              <a:t> between functional and nonfunctional requirements.</a:t>
            </a:r>
            <a:endParaRPr lang="en-US" dirty="0"/>
          </a:p>
        </p:txBody>
      </p:sp>
      <p:sp>
        <p:nvSpPr>
          <p:cNvPr id="3" name="TextBox 2">
            <a:extLst>
              <a:ext uri="{FF2B5EF4-FFF2-40B4-BE49-F238E27FC236}">
                <a16:creationId xmlns:a16="http://schemas.microsoft.com/office/drawing/2014/main" id="{901010F5-7F42-EDF8-3E8D-64A91E38E2D2}"/>
              </a:ext>
            </a:extLst>
          </p:cNvPr>
          <p:cNvSpPr txBox="1"/>
          <p:nvPr/>
        </p:nvSpPr>
        <p:spPr>
          <a:xfrm>
            <a:off x="6296297" y="-1123406"/>
            <a:ext cx="184731" cy="461665"/>
          </a:xfrm>
          <a:prstGeom prst="rect">
            <a:avLst/>
          </a:prstGeom>
          <a:noFill/>
        </p:spPr>
        <p:txBody>
          <a:bodyPr wrap="none" rtlCol="0">
            <a:spAutoFit/>
          </a:bodyPr>
          <a:lstStyle/>
          <a:p>
            <a:endParaRPr lang="en-US" dirty="0"/>
          </a:p>
        </p:txBody>
      </p:sp>
    </p:spTree>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C29C4A36-AC05-5884-E901-31E4955F016E}"/>
              </a:ext>
            </a:extLst>
          </p:cNvPr>
          <p:cNvSpPr>
            <a:spLocks noGrp="1"/>
          </p:cNvSpPr>
          <p:nvPr>
            <p:ph type="title" idx="4294967295"/>
          </p:nvPr>
        </p:nvSpPr>
        <p:spPr>
          <a:xfrm>
            <a:off x="1371600" y="274638"/>
            <a:ext cx="7772400" cy="1143000"/>
          </a:xfrm>
        </p:spPr>
        <p:txBody>
          <a:bodyPr/>
          <a:lstStyle/>
          <a:p>
            <a:pPr eaLnBrk="1" hangingPunct="1"/>
            <a:r>
              <a:rPr lang="en-US" altLang="en-US" b="1" dirty="0">
                <a:solidFill>
                  <a:schemeClr val="tx1"/>
                </a:solidFill>
              </a:rPr>
              <a:t>Software Architecture Design Guidelines –cont.</a:t>
            </a:r>
          </a:p>
        </p:txBody>
      </p:sp>
      <p:sp>
        <p:nvSpPr>
          <p:cNvPr id="89091" name="Rectangle 3">
            <a:extLst>
              <a:ext uri="{FF2B5EF4-FFF2-40B4-BE49-F238E27FC236}">
                <a16:creationId xmlns:a16="http://schemas.microsoft.com/office/drawing/2014/main" id="{C819A782-8024-6F45-EDB7-F166E5CB6A14}"/>
              </a:ext>
            </a:extLst>
          </p:cNvPr>
          <p:cNvSpPr>
            <a:spLocks noGrp="1"/>
          </p:cNvSpPr>
          <p:nvPr>
            <p:ph sz="quarter" idx="4294967295"/>
          </p:nvPr>
        </p:nvSpPr>
        <p:spPr>
          <a:xfrm>
            <a:off x="533400" y="1752600"/>
            <a:ext cx="7772400" cy="4572000"/>
          </a:xfrm>
        </p:spPr>
        <p:txBody>
          <a:bodyPr/>
          <a:lstStyle/>
          <a:p>
            <a:pPr marL="0" indent="0" eaLnBrk="1" hangingPunct="1">
              <a:buFont typeface="Wingdings 2" panose="05020102010507070707" pitchFamily="18" charset="2"/>
              <a:buNone/>
            </a:pPr>
            <a:r>
              <a:rPr lang="en-US" altLang="zh-CN" sz="2000" b="1">
                <a:ea typeface="SimSun" panose="02010600030101010101" pitchFamily="2" charset="-122"/>
              </a:rPr>
              <a:t>Using an abstract architectural design of a system to communicate with stakeholders helps avoid overhauling the system design in later stages of the software development cycle.</a:t>
            </a:r>
            <a:endParaRPr lang="en-US" altLang="en-US" sz="2000" b="1">
              <a:ea typeface="SimSun" panose="02010600030101010101" pitchFamily="2" charset="-122"/>
            </a:endParaRPr>
          </a:p>
        </p:txBody>
      </p:sp>
      <p:pic>
        <p:nvPicPr>
          <p:cNvPr id="89092" name="Picture 5" descr="A Day in the Life of a Mobile App Architect at Clearbridge Mobile">
            <a:extLst>
              <a:ext uri="{FF2B5EF4-FFF2-40B4-BE49-F238E27FC236}">
                <a16:creationId xmlns:a16="http://schemas.microsoft.com/office/drawing/2014/main" id="{D9E82828-E169-3B81-E170-E3980F3CE4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3352800"/>
            <a:ext cx="6043613" cy="3459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2BFF5811-ECC5-06D9-381E-A9B66AC7F007}"/>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91139" name="Rectangle 3">
            <a:extLst>
              <a:ext uri="{FF2B5EF4-FFF2-40B4-BE49-F238E27FC236}">
                <a16:creationId xmlns:a16="http://schemas.microsoft.com/office/drawing/2014/main" id="{BF695F7C-7E73-25BF-2B6E-2E906DF95F35}"/>
              </a:ext>
            </a:extLst>
          </p:cNvPr>
          <p:cNvSpPr>
            <a:spLocks noGrp="1"/>
          </p:cNvSpPr>
          <p:nvPr>
            <p:ph sz="quarter" idx="4294967295"/>
          </p:nvPr>
        </p:nvSpPr>
        <p:spPr>
          <a:xfrm>
            <a:off x="152400" y="914400"/>
            <a:ext cx="6324600" cy="3581400"/>
          </a:xfrm>
        </p:spPr>
        <p:txBody>
          <a:bodyPr/>
          <a:lstStyle/>
          <a:p>
            <a:pPr eaLnBrk="1" hangingPunct="1">
              <a:buFontTx/>
              <a:buNone/>
            </a:pPr>
            <a:endParaRPr lang="en-US" altLang="en-US" sz="3600" b="1" i="1"/>
          </a:p>
          <a:p>
            <a:pPr eaLnBrk="1" hangingPunct="1">
              <a:buFontTx/>
              <a:buNone/>
            </a:pPr>
            <a:r>
              <a:rPr lang="en-US" altLang="en-US" sz="3600" b="1" i="1"/>
              <a:t>Think of </a:t>
            </a:r>
            <a:r>
              <a:rPr lang="en-US" altLang="zh-CN" sz="3600" b="1" i="1">
                <a:solidFill>
                  <a:srgbClr val="009C47"/>
                </a:solidFill>
                <a:ea typeface="SimSun" panose="02010600030101010101" pitchFamily="2" charset="-122"/>
              </a:rPr>
              <a:t>abstract</a:t>
            </a:r>
            <a:r>
              <a:rPr lang="en-US" altLang="zh-CN" sz="3600" b="1" i="1">
                <a:ea typeface="SimSun" panose="02010600030101010101" pitchFamily="2" charset="-122"/>
              </a:rPr>
              <a:t> design before thinking of </a:t>
            </a:r>
            <a:r>
              <a:rPr lang="en-US" altLang="zh-CN" sz="3600" b="1" i="1">
                <a:solidFill>
                  <a:srgbClr val="009C47"/>
                </a:solidFill>
                <a:ea typeface="SimSun" panose="02010600030101010101" pitchFamily="2" charset="-122"/>
              </a:rPr>
              <a:t>concrete</a:t>
            </a:r>
            <a:r>
              <a:rPr lang="en-US" altLang="zh-CN" sz="3600" b="1" i="1">
                <a:ea typeface="SimSun" panose="02010600030101010101" pitchFamily="2" charset="-122"/>
              </a:rPr>
              <a:t> design.</a:t>
            </a:r>
            <a:endParaRPr lang="en-US" altLang="zh-CN" sz="3600" b="1">
              <a:ea typeface="SimSun" panose="02010600030101010101" pitchFamily="2" charset="-122"/>
            </a:endParaRPr>
          </a:p>
        </p:txBody>
      </p:sp>
      <p:pic>
        <p:nvPicPr>
          <p:cNvPr id="91140" name="Picture 5" descr="The difference between concrete and abstract nouns | K5 Learning">
            <a:extLst>
              <a:ext uri="{FF2B5EF4-FFF2-40B4-BE49-F238E27FC236}">
                <a16:creationId xmlns:a16="http://schemas.microsoft.com/office/drawing/2014/main" id="{C35F843A-B133-01A7-0320-9FA96E810A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8400" y="3733800"/>
            <a:ext cx="5334000" cy="300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1" name="Picture 7" descr="Concrete Vs Abstract Descriptions | by Write Label | Medium">
            <a:extLst>
              <a:ext uri="{FF2B5EF4-FFF2-40B4-BE49-F238E27FC236}">
                <a16:creationId xmlns:a16="http://schemas.microsoft.com/office/drawing/2014/main" id="{9EACCDCC-56AE-647F-BCD1-DB8E848BD1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75" y="3535363"/>
            <a:ext cx="2311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a:extLst>
              <a:ext uri="{FF2B5EF4-FFF2-40B4-BE49-F238E27FC236}">
                <a16:creationId xmlns:a16="http://schemas.microsoft.com/office/drawing/2014/main" id="{709C325D-46CA-079B-E167-98CE02CA6C4D}"/>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endParaRPr lang="en-US" altLang="en-US"/>
          </a:p>
        </p:txBody>
      </p:sp>
      <p:sp>
        <p:nvSpPr>
          <p:cNvPr id="93187" name="Content Placeholder 2">
            <a:extLst>
              <a:ext uri="{FF2B5EF4-FFF2-40B4-BE49-F238E27FC236}">
                <a16:creationId xmlns:a16="http://schemas.microsoft.com/office/drawing/2014/main" id="{55450D62-8CB3-0CE5-C76E-F582BDE976E7}"/>
              </a:ext>
            </a:extLst>
          </p:cNvPr>
          <p:cNvSpPr>
            <a:spLocks noGrp="1"/>
          </p:cNvSpPr>
          <p:nvPr>
            <p:ph sz="quarter" idx="4294967295"/>
          </p:nvPr>
        </p:nvSpPr>
        <p:spPr>
          <a:xfrm>
            <a:off x="1371600" y="1447800"/>
            <a:ext cx="7772400" cy="4572000"/>
          </a:xfrm>
        </p:spPr>
        <p:txBody>
          <a:bodyPr/>
          <a:lstStyle/>
          <a:p>
            <a:pPr eaLnBrk="1" hangingPunct="1"/>
            <a:endParaRPr lang="en-US" altLang="zh-CN" sz="3200" b="1">
              <a:ea typeface="SimSun" panose="02010600030101010101" pitchFamily="2" charset="-122"/>
            </a:endParaRPr>
          </a:p>
          <a:p>
            <a:pPr eaLnBrk="1" hangingPunct="1"/>
            <a:r>
              <a:rPr lang="en-US" altLang="zh-CN" sz="3200" b="1">
                <a:ea typeface="SimSun" panose="02010600030101010101" pitchFamily="2" charset="-122"/>
              </a:rPr>
              <a:t>Always start with an abstract design that specifies interfaces of components and abstract data types.</a:t>
            </a:r>
            <a:endParaRPr lang="en-US" altLang="en-US" sz="3200" b="1">
              <a:ea typeface="SimSun" panose="02010600030101010101" pitchFamily="2" charset="-122"/>
            </a:endParaRPr>
          </a:p>
          <a:p>
            <a:pPr eaLnBrk="1" hangingPunct="1"/>
            <a:endParaRPr lang="en-US" altLang="en-US"/>
          </a:p>
        </p:txBody>
      </p:sp>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4D73C823-FA94-F8A9-0DAA-A1CCE38227A5}"/>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95235" name="Rectangle 3">
            <a:extLst>
              <a:ext uri="{FF2B5EF4-FFF2-40B4-BE49-F238E27FC236}">
                <a16:creationId xmlns:a16="http://schemas.microsoft.com/office/drawing/2014/main" id="{D0E1A5D8-A932-FCAB-90BF-0BC5F922D157}"/>
              </a:ext>
            </a:extLst>
          </p:cNvPr>
          <p:cNvSpPr>
            <a:spLocks noGrp="1"/>
          </p:cNvSpPr>
          <p:nvPr>
            <p:ph sz="quarter" idx="4294967295"/>
          </p:nvPr>
        </p:nvSpPr>
        <p:spPr>
          <a:xfrm>
            <a:off x="457200" y="828675"/>
            <a:ext cx="7772400" cy="4572000"/>
          </a:xfrm>
        </p:spPr>
        <p:txBody>
          <a:bodyPr/>
          <a:lstStyle/>
          <a:p>
            <a:pPr eaLnBrk="1" hangingPunct="1"/>
            <a:endParaRPr lang="en-US" altLang="zh-CN" sz="4000" b="1">
              <a:ea typeface="SimSun" panose="02010600030101010101" pitchFamily="2" charset="-122"/>
            </a:endParaRPr>
          </a:p>
          <a:p>
            <a:pPr eaLnBrk="1" hangingPunct="1"/>
            <a:r>
              <a:rPr lang="en-US" altLang="zh-CN" sz="4000" b="1">
                <a:ea typeface="SimSun" panose="02010600030101010101" pitchFamily="2" charset="-122"/>
              </a:rPr>
              <a:t>Use multiple levels of abstraction if necessary.</a:t>
            </a:r>
            <a:endParaRPr lang="en-US" altLang="en-US" sz="4000" b="1">
              <a:ea typeface="SimSun" panose="02010600030101010101" pitchFamily="2" charset="-122"/>
            </a:endParaRPr>
          </a:p>
        </p:txBody>
      </p:sp>
      <p:pic>
        <p:nvPicPr>
          <p:cNvPr id="95236" name="Picture 7" descr="Concrete Vs Abstract Descriptions | by Write Label | Medium">
            <a:extLst>
              <a:ext uri="{FF2B5EF4-FFF2-40B4-BE49-F238E27FC236}">
                <a16:creationId xmlns:a16="http://schemas.microsoft.com/office/drawing/2014/main" id="{DC48E2CC-C2D1-4554-11B5-6CD9BD3DEB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971800"/>
            <a:ext cx="2311400"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5237" name="Picture 5" descr="A Dive, Down the Levels of Abstraction | by Ishan Bhanuka | Medium">
            <a:extLst>
              <a:ext uri="{FF2B5EF4-FFF2-40B4-BE49-F238E27FC236}">
                <a16:creationId xmlns:a16="http://schemas.microsoft.com/office/drawing/2014/main" id="{98E9A524-FF0A-073E-D138-307F1718BA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6988" y="2971800"/>
            <a:ext cx="4522787"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F86EADBA-4B24-82E8-8473-68FF068F9897}"/>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97283" name="Rectangle 3">
            <a:extLst>
              <a:ext uri="{FF2B5EF4-FFF2-40B4-BE49-F238E27FC236}">
                <a16:creationId xmlns:a16="http://schemas.microsoft.com/office/drawing/2014/main" id="{70BAC885-3702-B1FC-03BB-48D85FE3784D}"/>
              </a:ext>
            </a:extLst>
          </p:cNvPr>
          <p:cNvSpPr>
            <a:spLocks noGrp="1"/>
          </p:cNvSpPr>
          <p:nvPr>
            <p:ph sz="quarter" idx="4294967295"/>
          </p:nvPr>
        </p:nvSpPr>
        <p:spPr>
          <a:xfrm>
            <a:off x="533400" y="1524000"/>
            <a:ext cx="7772400" cy="4572000"/>
          </a:xfrm>
        </p:spPr>
        <p:txBody>
          <a:bodyPr/>
          <a:lstStyle/>
          <a:p>
            <a:pPr eaLnBrk="1" hangingPunct="1"/>
            <a:r>
              <a:rPr lang="en-US" altLang="zh-CN" sz="2400" b="1">
                <a:ea typeface="SimSun" panose="02010600030101010101" pitchFamily="2" charset="-122"/>
              </a:rPr>
              <a:t>Make all implementation decisions depend on the abstract interfaces instead of concrete ones because those are more stable </a:t>
            </a:r>
            <a:r>
              <a:rPr lang="en-US" altLang="zh-CN" sz="2400" b="1">
                <a:latin typeface="Verdana" panose="020B0604030504040204" pitchFamily="34" charset="0"/>
                <a:ea typeface="SimSun" panose="02010600030101010101" pitchFamily="2" charset="-122"/>
              </a:rPr>
              <a:t>–</a:t>
            </a:r>
            <a:r>
              <a:rPr lang="en-US" altLang="zh-CN" sz="2400" b="1">
                <a:ea typeface="SimSun" panose="02010600030101010101" pitchFamily="2" charset="-122"/>
              </a:rPr>
              <a:t> they are the contracts between service providers and services requesters so they are defined at the early stages of software development cycle.</a:t>
            </a:r>
            <a:endParaRPr lang="en-US" altLang="en-US" sz="2400" b="1">
              <a:ea typeface="SimSun" panose="02010600030101010101" pitchFamily="2" charset="-122"/>
            </a:endParaRPr>
          </a:p>
        </p:txBody>
      </p:sp>
      <p:pic>
        <p:nvPicPr>
          <p:cNvPr id="97284" name="Picture 5" descr="Concrete class in Java - GeeksforGeeks">
            <a:extLst>
              <a:ext uri="{FF2B5EF4-FFF2-40B4-BE49-F238E27FC236}">
                <a16:creationId xmlns:a16="http://schemas.microsoft.com/office/drawing/2014/main" id="{ED01F34B-B92D-DE96-5354-D7C5946D52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4114800"/>
            <a:ext cx="3657600"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008294F2-C700-8B86-6FD4-5BDDF0D75F26}"/>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endParaRPr lang="en-US" altLang="en-US"/>
          </a:p>
        </p:txBody>
      </p:sp>
      <p:sp>
        <p:nvSpPr>
          <p:cNvPr id="59395" name="Content Placeholder 2">
            <a:extLst>
              <a:ext uri="{FF2B5EF4-FFF2-40B4-BE49-F238E27FC236}">
                <a16:creationId xmlns:a16="http://schemas.microsoft.com/office/drawing/2014/main" id="{8D241E5B-3899-61E7-F397-1AD8C6CDEDF1}"/>
              </a:ext>
            </a:extLst>
          </p:cNvPr>
          <p:cNvSpPr>
            <a:spLocks noGrp="1"/>
          </p:cNvSpPr>
          <p:nvPr>
            <p:ph sz="quarter" idx="4294967295"/>
          </p:nvPr>
        </p:nvSpPr>
        <p:spPr>
          <a:xfrm>
            <a:off x="914400" y="3200400"/>
            <a:ext cx="7772400" cy="4572000"/>
          </a:xfrm>
        </p:spPr>
        <p:txBody>
          <a:bodyPr/>
          <a:lstStyle/>
          <a:p>
            <a:pPr eaLnBrk="1" hangingPunct="1">
              <a:defRPr/>
            </a:pPr>
            <a:endParaRPr lang="en-US" altLang="zh-CN" sz="3200" b="1" dirty="0">
              <a:ea typeface="宋体" panose="02010600030101010101" pitchFamily="2" charset="-122"/>
            </a:endParaRPr>
          </a:p>
          <a:p>
            <a:pPr marL="0" indent="0" eaLnBrk="1" hangingPunct="1">
              <a:buFont typeface="Wingdings 2" panose="05020102010507070707" pitchFamily="18" charset="2"/>
              <a:buNone/>
              <a:defRPr/>
            </a:pPr>
            <a:r>
              <a:rPr lang="en-US" altLang="zh-CN" sz="3200" b="1" dirty="0">
                <a:ea typeface="宋体" panose="02010600030101010101" pitchFamily="2" charset="-122"/>
              </a:rPr>
              <a:t>When we map functional requirements to an architectural design, we should consider non-functional requirements as well.</a:t>
            </a:r>
            <a:endParaRPr lang="en-US" altLang="en-US" sz="3200" b="1" dirty="0">
              <a:ea typeface="宋体" panose="02010600030101010101" pitchFamily="2" charset="-122"/>
            </a:endParaRPr>
          </a:p>
          <a:p>
            <a:pPr eaLnBrk="1" hangingPunct="1">
              <a:defRPr/>
            </a:pPr>
            <a:endParaRPr lang="en-US" altLang="en-US" dirty="0"/>
          </a:p>
        </p:txBody>
      </p:sp>
      <p:sp>
        <p:nvSpPr>
          <p:cNvPr id="99332" name="Rectangle 3">
            <a:extLst>
              <a:ext uri="{FF2B5EF4-FFF2-40B4-BE49-F238E27FC236}">
                <a16:creationId xmlns:a16="http://schemas.microsoft.com/office/drawing/2014/main" id="{583FB6FD-C859-31E9-25A6-75A3FB4DA705}"/>
              </a:ext>
            </a:extLst>
          </p:cNvPr>
          <p:cNvSpPr txBox="1">
            <a:spLocks noChangeArrowheads="1"/>
          </p:cNvSpPr>
          <p:nvPr/>
        </p:nvSpPr>
        <p:spPr bwMode="auto">
          <a:xfrm>
            <a:off x="13716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73050">
              <a:spcBef>
                <a:spcPct val="20000"/>
              </a:spcBef>
              <a:buClr>
                <a:schemeClr val="accent1"/>
              </a:buClr>
              <a:buSzPct val="85000"/>
              <a:buFont typeface="Wingdings 2" panose="05020102010507070707" pitchFamily="18" charset="2"/>
              <a:buChar char=""/>
              <a:defRPr sz="2700">
                <a:solidFill>
                  <a:schemeClr val="tx1"/>
                </a:solidFill>
                <a:latin typeface="Georgia" panose="02040502050405020303" pitchFamily="18" charset="0"/>
              </a:defRPr>
            </a:lvl1pPr>
            <a:lvl2pPr marL="547688" indent="-273050">
              <a:spcBef>
                <a:spcPct val="20000"/>
              </a:spcBef>
              <a:buClr>
                <a:schemeClr val="accent2"/>
              </a:buClr>
              <a:buSzPct val="70000"/>
              <a:buFont typeface="Wingdings" panose="05000000000000000000" pitchFamily="2" charset="2"/>
              <a:buChar char=""/>
              <a:defRPr sz="2200">
                <a:solidFill>
                  <a:schemeClr val="tx2"/>
                </a:solidFill>
                <a:latin typeface="Georgia" panose="02040502050405020303" pitchFamily="18" charset="0"/>
              </a:defRPr>
            </a:lvl2pPr>
            <a:lvl3pPr marL="822325" indent="-228600">
              <a:spcBef>
                <a:spcPct val="20000"/>
              </a:spcBef>
              <a:buClr>
                <a:srgbClr val="8CADAE"/>
              </a:buClr>
              <a:buSzPct val="75000"/>
              <a:buFont typeface="Wingdings 2" panose="05020102010507070707" pitchFamily="18" charset="2"/>
              <a:buChar char=""/>
              <a:defRPr sz="2000">
                <a:solidFill>
                  <a:schemeClr val="tx1"/>
                </a:solidFill>
                <a:latin typeface="Georgia" panose="02040502050405020303" pitchFamily="18" charset="0"/>
              </a:defRPr>
            </a:lvl3pPr>
            <a:lvl4pPr marL="1096963" indent="-228600">
              <a:spcBef>
                <a:spcPct val="20000"/>
              </a:spcBef>
              <a:buClr>
                <a:srgbClr val="8C7B70"/>
              </a:buClr>
              <a:buSzPct val="70000"/>
              <a:buFont typeface="Wingdings" panose="05000000000000000000" pitchFamily="2" charset="2"/>
              <a:buChar char=""/>
              <a:defRPr sz="2000">
                <a:solidFill>
                  <a:schemeClr val="tx2"/>
                </a:solidFill>
                <a:latin typeface="Georgia" panose="02040502050405020303" pitchFamily="18" charset="0"/>
              </a:defRPr>
            </a:lvl4pPr>
            <a:lvl5pPr marL="1371600" indent="-228600">
              <a:spcBef>
                <a:spcPct val="20000"/>
              </a:spcBef>
              <a:buClr>
                <a:srgbClr val="8FB08C"/>
              </a:buClr>
              <a:buChar char="•"/>
              <a:defRPr>
                <a:solidFill>
                  <a:schemeClr val="tx1"/>
                </a:solidFill>
                <a:latin typeface="Georgia" panose="02040502050405020303" pitchFamily="18" charset="0"/>
              </a:defRPr>
            </a:lvl5pPr>
            <a:lvl6pPr marL="18288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6pPr>
            <a:lvl7pPr marL="22860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7pPr>
            <a:lvl8pPr marL="27432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8pPr>
            <a:lvl9pPr marL="3200400" indent="-228600" eaLnBrk="0" fontAlgn="base" hangingPunct="0">
              <a:spcBef>
                <a:spcPct val="20000"/>
              </a:spcBef>
              <a:spcAft>
                <a:spcPct val="0"/>
              </a:spcAft>
              <a:buClr>
                <a:srgbClr val="8FB08C"/>
              </a:buClr>
              <a:buChar char="•"/>
              <a:defRPr>
                <a:solidFill>
                  <a:schemeClr val="tx1"/>
                </a:solidFill>
                <a:latin typeface="Georgia" panose="02040502050405020303" pitchFamily="18" charset="0"/>
              </a:defRPr>
            </a:lvl9pPr>
          </a:lstStyle>
          <a:p>
            <a:pPr eaLnBrk="1" hangingPunct="1">
              <a:buFontTx/>
              <a:buNone/>
            </a:pPr>
            <a:endParaRPr lang="en-US" altLang="en-US" sz="4000" b="1" i="1"/>
          </a:p>
          <a:p>
            <a:pPr eaLnBrk="1" hangingPunct="1">
              <a:buFontTx/>
              <a:buNone/>
            </a:pPr>
            <a:r>
              <a:rPr lang="en-US" altLang="en-US" sz="4000" b="1" i="1"/>
              <a:t>Think of </a:t>
            </a:r>
            <a:r>
              <a:rPr lang="en-US" altLang="en-US" sz="4000" b="1" i="1">
                <a:solidFill>
                  <a:srgbClr val="009C47"/>
                </a:solidFill>
              </a:rPr>
              <a:t>non-functional</a:t>
            </a:r>
            <a:r>
              <a:rPr lang="en-US" altLang="en-US" sz="4000" b="1" i="1"/>
              <a:t> requirements  earlier</a:t>
            </a:r>
            <a:r>
              <a:rPr lang="en-US" altLang="zh-CN" sz="4000" b="1" i="1">
                <a:ea typeface="SimSun" panose="02010600030101010101" pitchFamily="2" charset="-122"/>
              </a:rPr>
              <a:t>.</a:t>
            </a:r>
            <a:endParaRPr lang="en-US" altLang="zh-CN" sz="4000" b="1">
              <a:ea typeface="SimSun" panose="02010600030101010101" pitchFamily="2" charset="-122"/>
            </a:endParaRPr>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40C0D0A7-BF9B-DC4D-A080-A36A62570E48}"/>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60419" name="Rectangle 3">
            <a:extLst>
              <a:ext uri="{FF2B5EF4-FFF2-40B4-BE49-F238E27FC236}">
                <a16:creationId xmlns:a16="http://schemas.microsoft.com/office/drawing/2014/main" id="{CE4A67CD-553D-F278-A032-8DD7D7023DE4}"/>
              </a:ext>
            </a:extLst>
          </p:cNvPr>
          <p:cNvSpPr>
            <a:spLocks noGrp="1" noChangeArrowheads="1"/>
          </p:cNvSpPr>
          <p:nvPr>
            <p:ph sz="quarter" idx="4294967295"/>
          </p:nvPr>
        </p:nvSpPr>
        <p:spPr>
          <a:xfrm>
            <a:off x="685800" y="1447800"/>
            <a:ext cx="7543800" cy="2362200"/>
          </a:xfrm>
        </p:spPr>
        <p:txBody>
          <a:bodyPr/>
          <a:lstStyle/>
          <a:p>
            <a:pPr eaLnBrk="1" hangingPunct="1">
              <a:defRPr/>
            </a:pPr>
            <a:endParaRPr lang="en-US" altLang="zh-CN" sz="3200" b="1" dirty="0">
              <a:ea typeface="宋体" panose="02010600030101010101" pitchFamily="2" charset="-122"/>
            </a:endParaRPr>
          </a:p>
          <a:p>
            <a:pPr marL="0" indent="0" eaLnBrk="1" hangingPunct="1">
              <a:buFont typeface="Wingdings 2" panose="05020102010507070707" pitchFamily="18" charset="2"/>
              <a:buNone/>
              <a:defRPr/>
            </a:pPr>
            <a:r>
              <a:rPr lang="en-US" altLang="zh-CN" sz="3200" b="1" dirty="0">
                <a:ea typeface="宋体" panose="02010600030101010101" pitchFamily="2" charset="-122"/>
              </a:rPr>
              <a:t>Communicate with stakeholders and document their preferences of quality attributes.</a:t>
            </a:r>
            <a:endParaRPr lang="en-US" altLang="en-US" sz="3200" b="1" dirty="0">
              <a:ea typeface="宋体" panose="02010600030101010101" pitchFamily="2" charset="-122"/>
            </a:endParaRPr>
          </a:p>
        </p:txBody>
      </p:sp>
      <p:pic>
        <p:nvPicPr>
          <p:cNvPr id="101380" name="Picture 2" descr="Grid of 12 boxes labeled with software quality attributes like Supportability, Security, Usability, and more.">
            <a:extLst>
              <a:ext uri="{FF2B5EF4-FFF2-40B4-BE49-F238E27FC236}">
                <a16:creationId xmlns:a16="http://schemas.microsoft.com/office/drawing/2014/main" id="{4550AC27-7E9F-5772-9805-BB17D1CA74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3787775"/>
            <a:ext cx="5981700" cy="230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98DC9A49-B8AF-7067-8499-7D2994EA032A}"/>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103427" name="Rectangle 3">
            <a:extLst>
              <a:ext uri="{FF2B5EF4-FFF2-40B4-BE49-F238E27FC236}">
                <a16:creationId xmlns:a16="http://schemas.microsoft.com/office/drawing/2014/main" id="{B4F6DB99-692A-581E-F371-F0E4A6135E6C}"/>
              </a:ext>
            </a:extLst>
          </p:cNvPr>
          <p:cNvSpPr>
            <a:spLocks noGrp="1"/>
          </p:cNvSpPr>
          <p:nvPr>
            <p:ph sz="quarter" idx="4294967295"/>
          </p:nvPr>
        </p:nvSpPr>
        <p:spPr>
          <a:xfrm>
            <a:off x="347663" y="1417638"/>
            <a:ext cx="7772400" cy="4572000"/>
          </a:xfrm>
        </p:spPr>
        <p:txBody>
          <a:bodyPr/>
          <a:lstStyle/>
          <a:p>
            <a:pPr eaLnBrk="1" hangingPunct="1">
              <a:buFont typeface="Wingdings 2" panose="05020102010507070707" pitchFamily="18" charset="2"/>
              <a:buNone/>
            </a:pPr>
            <a:r>
              <a:rPr lang="en-US" altLang="zh-CN" sz="2800" b="1">
                <a:ea typeface="SimSun" panose="02010600030101010101" pitchFamily="2" charset="-122"/>
              </a:rPr>
              <a:t>  </a:t>
            </a:r>
            <a:r>
              <a:rPr lang="en-US" altLang="zh-CN" sz="2800" b="1">
                <a:solidFill>
                  <a:srgbClr val="009C47"/>
                </a:solidFill>
                <a:ea typeface="SimSun" panose="02010600030101010101" pitchFamily="2" charset="-122"/>
              </a:rPr>
              <a:t>Balance the quality </a:t>
            </a:r>
            <a:r>
              <a:rPr lang="en-US" altLang="zh-CN" sz="2800" b="1">
                <a:ea typeface="SimSun" panose="02010600030101010101" pitchFamily="2" charset="-122"/>
              </a:rPr>
              <a:t>attributes, and consider </a:t>
            </a:r>
            <a:r>
              <a:rPr lang="en-US" altLang="zh-CN" sz="2800" b="1" i="1">
                <a:ea typeface="SimSun" panose="02010600030101010101" pitchFamily="2" charset="-122"/>
              </a:rPr>
              <a:t>heterogeneous architecture </a:t>
            </a:r>
            <a:r>
              <a:rPr lang="en-US" altLang="zh-CN" sz="2800" b="1">
                <a:ea typeface="SimSun" panose="02010600030101010101" pitchFamily="2" charset="-122"/>
              </a:rPr>
              <a:t>styles when necessary.</a:t>
            </a:r>
          </a:p>
          <a:p>
            <a:pPr eaLnBrk="1" hangingPunct="1">
              <a:buFont typeface="Wingdings 2" panose="05020102010507070707" pitchFamily="18" charset="2"/>
              <a:buNone/>
            </a:pPr>
            <a:r>
              <a:rPr lang="en-US" altLang="zh-CN" sz="2000" b="1">
                <a:ea typeface="SimSun" panose="02010600030101010101" pitchFamily="2" charset="-122"/>
              </a:rPr>
              <a:t>(It is not possible to find a design that meets all quality attributes) </a:t>
            </a:r>
          </a:p>
          <a:p>
            <a:pPr eaLnBrk="1" hangingPunct="1">
              <a:buFont typeface="Wingdings 2" panose="05020102010507070707" pitchFamily="18" charset="2"/>
              <a:buNone/>
            </a:pPr>
            <a:endParaRPr lang="en-US" altLang="en-US" sz="2800" b="1">
              <a:ea typeface="SimSun" panose="02010600030101010101" pitchFamily="2" charset="-122"/>
            </a:endParaRPr>
          </a:p>
        </p:txBody>
      </p:sp>
      <p:pic>
        <p:nvPicPr>
          <p:cNvPr id="103428" name="Picture 5" descr="Api gateway pattern">
            <a:extLst>
              <a:ext uri="{FF2B5EF4-FFF2-40B4-BE49-F238E27FC236}">
                <a16:creationId xmlns:a16="http://schemas.microsoft.com/office/drawing/2014/main" id="{9ECB1335-4AA1-F0DE-9311-956B125D1E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38" t="13034" r="6099" b="3162"/>
          <a:stretch>
            <a:fillRect/>
          </a:stretch>
        </p:blipFill>
        <p:spPr bwMode="auto">
          <a:xfrm>
            <a:off x="3125788" y="3581400"/>
            <a:ext cx="57150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9" name="Picture 3" descr="&quot;Six labeled boxes displaying software quality attributes: Supportability, Modifiability, Maintainability, Testability, Interoperability, and Usability.&quot;">
            <a:extLst>
              <a:ext uri="{FF2B5EF4-FFF2-40B4-BE49-F238E27FC236}">
                <a16:creationId xmlns:a16="http://schemas.microsoft.com/office/drawing/2014/main" id="{7816E6A8-9310-6F78-4450-EB8B2A07FB4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1150" y="3733800"/>
            <a:ext cx="2508250" cy="139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30" name="Picture 5" descr="&quot;Six white rectangular boxes labeled: Scalability, Reusability, Availability, Security, Reliability, and Performance.&quot;">
            <a:extLst>
              <a:ext uri="{FF2B5EF4-FFF2-40B4-BE49-F238E27FC236}">
                <a16:creationId xmlns:a16="http://schemas.microsoft.com/office/drawing/2014/main" id="{F8154124-4339-7006-94C2-8A59853751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5103813"/>
            <a:ext cx="2438400" cy="139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F32AC4E7-B503-2DAF-031C-164B15E69AA4}"/>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105475" name="Rectangle 3">
            <a:extLst>
              <a:ext uri="{FF2B5EF4-FFF2-40B4-BE49-F238E27FC236}">
                <a16:creationId xmlns:a16="http://schemas.microsoft.com/office/drawing/2014/main" id="{CE7C6BC4-6C4C-95C2-04F5-26757D50A559}"/>
              </a:ext>
            </a:extLst>
          </p:cNvPr>
          <p:cNvSpPr>
            <a:spLocks noGrp="1"/>
          </p:cNvSpPr>
          <p:nvPr>
            <p:ph sz="quarter" idx="4294967295"/>
          </p:nvPr>
        </p:nvSpPr>
        <p:spPr>
          <a:xfrm>
            <a:off x="381000" y="846138"/>
            <a:ext cx="7772400" cy="4572000"/>
          </a:xfrm>
        </p:spPr>
        <p:txBody>
          <a:bodyPr/>
          <a:lstStyle/>
          <a:p>
            <a:pPr eaLnBrk="1" hangingPunct="1">
              <a:buFontTx/>
              <a:buNone/>
            </a:pPr>
            <a:endParaRPr lang="en-US" altLang="en-US" sz="3200" b="1" i="1"/>
          </a:p>
          <a:p>
            <a:pPr eaLnBrk="1" hangingPunct="1">
              <a:buFontTx/>
              <a:buNone/>
            </a:pPr>
            <a:r>
              <a:rPr lang="en-US" altLang="en-US" sz="3200" b="1" i="1"/>
              <a:t>Think of software </a:t>
            </a:r>
            <a:r>
              <a:rPr lang="en-US" altLang="en-US" sz="3200" b="1" i="1">
                <a:solidFill>
                  <a:srgbClr val="009C47"/>
                </a:solidFill>
              </a:rPr>
              <a:t>reusability</a:t>
            </a:r>
            <a:r>
              <a:rPr lang="en-US" altLang="en-US" sz="3200" b="1" i="1"/>
              <a:t> and </a:t>
            </a:r>
            <a:r>
              <a:rPr lang="en-US" altLang="en-US" sz="3200" b="1" i="1">
                <a:solidFill>
                  <a:srgbClr val="009C47"/>
                </a:solidFill>
              </a:rPr>
              <a:t>extensibility</a:t>
            </a:r>
            <a:r>
              <a:rPr lang="en-US" altLang="en-US" sz="3200" b="1" i="1"/>
              <a:t> as much as possible</a:t>
            </a:r>
            <a:r>
              <a:rPr lang="en-US" altLang="zh-CN" sz="3200" b="1" i="1">
                <a:ea typeface="SimSun" panose="02010600030101010101" pitchFamily="2" charset="-122"/>
              </a:rPr>
              <a:t>.</a:t>
            </a:r>
            <a:endParaRPr lang="en-US" altLang="zh-CN" sz="3200" b="1">
              <a:ea typeface="SimSun" panose="02010600030101010101" pitchFamily="2" charset="-122"/>
            </a:endParaRPr>
          </a:p>
        </p:txBody>
      </p:sp>
      <p:pic>
        <p:nvPicPr>
          <p:cNvPr id="105476" name="Picture 5" descr="How to Easily Reuse Components Across Projects and Repositories | by  Jonathan Saring | ITNEXT">
            <a:extLst>
              <a:ext uri="{FF2B5EF4-FFF2-40B4-BE49-F238E27FC236}">
                <a16:creationId xmlns:a16="http://schemas.microsoft.com/office/drawing/2014/main" id="{194C8627-CF84-9874-B916-D50518D646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514600"/>
            <a:ext cx="5486400" cy="363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a:extLst>
              <a:ext uri="{FF2B5EF4-FFF2-40B4-BE49-F238E27FC236}">
                <a16:creationId xmlns:a16="http://schemas.microsoft.com/office/drawing/2014/main" id="{090AAE92-2A96-FFBD-76B4-E66CDE9980D3}"/>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endParaRPr lang="en-US" altLang="en-US"/>
          </a:p>
        </p:txBody>
      </p:sp>
      <p:sp>
        <p:nvSpPr>
          <p:cNvPr id="107523" name="Content Placeholder 2">
            <a:extLst>
              <a:ext uri="{FF2B5EF4-FFF2-40B4-BE49-F238E27FC236}">
                <a16:creationId xmlns:a16="http://schemas.microsoft.com/office/drawing/2014/main" id="{DB686380-EEA1-FFAF-D93C-45906D373CA5}"/>
              </a:ext>
            </a:extLst>
          </p:cNvPr>
          <p:cNvSpPr>
            <a:spLocks noGrp="1"/>
          </p:cNvSpPr>
          <p:nvPr>
            <p:ph sz="quarter" idx="4294967295"/>
          </p:nvPr>
        </p:nvSpPr>
        <p:spPr>
          <a:xfrm>
            <a:off x="1371600" y="1447800"/>
            <a:ext cx="7772400" cy="4572000"/>
          </a:xfrm>
        </p:spPr>
        <p:txBody>
          <a:bodyPr/>
          <a:lstStyle/>
          <a:p>
            <a:pPr eaLnBrk="1" hangingPunct="1"/>
            <a:endParaRPr lang="en-US" altLang="zh-CN" sz="3200" b="1">
              <a:ea typeface="SimSun" panose="02010600030101010101" pitchFamily="2" charset="-122"/>
            </a:endParaRPr>
          </a:p>
          <a:p>
            <a:pPr eaLnBrk="1" hangingPunct="1"/>
            <a:r>
              <a:rPr lang="en-US" altLang="zh-CN" sz="3200" b="1">
                <a:ea typeface="SimSun" panose="02010600030101010101" pitchFamily="2" charset="-122"/>
              </a:rPr>
              <a:t>For most software systems, it is very likely that new functionalities will be added after they are deployed</a:t>
            </a:r>
            <a:r>
              <a:rPr lang="en-US" altLang="zh-CN" sz="2800" b="1">
                <a:ea typeface="SimSun" panose="02010600030101010101" pitchFamily="2" charset="-122"/>
              </a:rPr>
              <a:t>.</a:t>
            </a:r>
            <a:endParaRPr lang="en-US" altLang="en-US" sz="2800" b="1">
              <a:ea typeface="SimSun" panose="02010600030101010101" pitchFamily="2" charset="-122"/>
            </a:endParaRPr>
          </a:p>
          <a:p>
            <a:pPr eaLnBrk="1" hangingPunct="1"/>
            <a:endParaRPr lang="en-US" altLang="en-US"/>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B1AA7B61-D94B-BA62-69E4-6EAA6C10BA38}"/>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66563" name="Rectangle 3">
            <a:extLst>
              <a:ext uri="{FF2B5EF4-FFF2-40B4-BE49-F238E27FC236}">
                <a16:creationId xmlns:a16="http://schemas.microsoft.com/office/drawing/2014/main" id="{D75CDDD5-AEB4-DE3D-9F50-BD4E149F319D}"/>
              </a:ext>
            </a:extLst>
          </p:cNvPr>
          <p:cNvSpPr>
            <a:spLocks noGrp="1" noChangeArrowheads="1"/>
          </p:cNvSpPr>
          <p:nvPr>
            <p:ph sz="quarter" idx="4294967295"/>
          </p:nvPr>
        </p:nvSpPr>
        <p:spPr>
          <a:xfrm>
            <a:off x="1371600" y="1447800"/>
            <a:ext cx="7772400" cy="4572000"/>
          </a:xfrm>
        </p:spPr>
        <p:txBody>
          <a:bodyPr>
            <a:normAutofit fontScale="92500"/>
          </a:bodyPr>
          <a:lstStyle/>
          <a:p>
            <a:pPr marL="274320" indent="-274320" eaLnBrk="1" fontAlgn="auto" hangingPunct="1">
              <a:spcAft>
                <a:spcPts val="0"/>
              </a:spcAft>
              <a:buFont typeface="Wingdings 2"/>
              <a:buChar char=""/>
              <a:defRPr/>
            </a:pPr>
            <a:endParaRPr lang="en-US" altLang="zh-CN" sz="4000" b="1">
              <a:ea typeface="宋体" pitchFamily="2" charset="-122"/>
            </a:endParaRPr>
          </a:p>
          <a:p>
            <a:pPr marL="274320" indent="-274320" eaLnBrk="1" fontAlgn="auto" hangingPunct="1">
              <a:spcAft>
                <a:spcPts val="0"/>
              </a:spcAft>
              <a:buFont typeface="Wingdings 2"/>
              <a:buChar char=""/>
              <a:defRPr/>
            </a:pPr>
            <a:r>
              <a:rPr lang="en-US" altLang="zh-CN" sz="4000" b="1">
                <a:ea typeface="宋体" pitchFamily="2" charset="-122"/>
              </a:rPr>
              <a:t>In addition, we need to consider how to reuse existing software components to increase the reliability and cost-effectiveness of new systems.</a:t>
            </a:r>
            <a:endParaRPr lang="en-US" sz="4000" b="1">
              <a:ea typeface="宋体" pitchFamily="2" charset="-122"/>
            </a:endParaRPr>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171BE4AC-9D19-AA42-324C-B0C3A7182D25}"/>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111619" name="Rectangle 3">
            <a:extLst>
              <a:ext uri="{FF2B5EF4-FFF2-40B4-BE49-F238E27FC236}">
                <a16:creationId xmlns:a16="http://schemas.microsoft.com/office/drawing/2014/main" id="{4B02958B-714D-3FE0-B0C1-1B7D260B4B16}"/>
              </a:ext>
            </a:extLst>
          </p:cNvPr>
          <p:cNvSpPr>
            <a:spLocks noGrp="1"/>
          </p:cNvSpPr>
          <p:nvPr>
            <p:ph sz="quarter" idx="4294967295"/>
          </p:nvPr>
        </p:nvSpPr>
        <p:spPr>
          <a:xfrm>
            <a:off x="457200" y="685800"/>
            <a:ext cx="7772400" cy="4572000"/>
          </a:xfrm>
        </p:spPr>
        <p:txBody>
          <a:bodyPr/>
          <a:lstStyle/>
          <a:p>
            <a:pPr eaLnBrk="1" hangingPunct="1"/>
            <a:endParaRPr lang="en-US" altLang="zh-CN" sz="4000" b="1">
              <a:ea typeface="SimSun" panose="02010600030101010101" pitchFamily="2" charset="-122"/>
            </a:endParaRPr>
          </a:p>
          <a:p>
            <a:pPr eaLnBrk="1" hangingPunct="1"/>
            <a:r>
              <a:rPr lang="en-US" altLang="zh-CN" sz="4000" b="1">
                <a:ea typeface="SimSun" panose="02010600030101010101" pitchFamily="2" charset="-122"/>
              </a:rPr>
              <a:t>Always try hard to make software extensible in the future</a:t>
            </a:r>
            <a:r>
              <a:rPr lang="en-US" altLang="zh-CN">
                <a:ea typeface="SimSun" panose="02010600030101010101" pitchFamily="2" charset="-122"/>
              </a:rPr>
              <a:t>.</a:t>
            </a:r>
            <a:endParaRPr lang="en-US" altLang="en-US"/>
          </a:p>
          <a:p>
            <a:pPr eaLnBrk="1" hangingPunct="1"/>
            <a:endParaRPr lang="en-US" altLang="en-US"/>
          </a:p>
        </p:txBody>
      </p:sp>
      <p:pic>
        <p:nvPicPr>
          <p:cNvPr id="111620" name="Picture 5" descr="Adaptable Design Up Front and the Open/Closed Principle | Effective Software  Design">
            <a:extLst>
              <a:ext uri="{FF2B5EF4-FFF2-40B4-BE49-F238E27FC236}">
                <a16:creationId xmlns:a16="http://schemas.microsoft.com/office/drawing/2014/main" id="{01231007-91FD-6139-63E3-2443C47BF3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3048000"/>
            <a:ext cx="5776913" cy="30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8C44A6BD-FBBD-A13D-2FC0-73CB7BC0433C}"/>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113667" name="Rectangle 3">
            <a:extLst>
              <a:ext uri="{FF2B5EF4-FFF2-40B4-BE49-F238E27FC236}">
                <a16:creationId xmlns:a16="http://schemas.microsoft.com/office/drawing/2014/main" id="{DC6A2E04-8383-1614-B329-97BC51EC4C4D}"/>
              </a:ext>
            </a:extLst>
          </p:cNvPr>
          <p:cNvSpPr>
            <a:spLocks noGrp="1"/>
          </p:cNvSpPr>
          <p:nvPr>
            <p:ph sz="quarter" idx="4294967295"/>
          </p:nvPr>
        </p:nvSpPr>
        <p:spPr>
          <a:xfrm>
            <a:off x="533400" y="609600"/>
            <a:ext cx="7772400" cy="4572000"/>
          </a:xfrm>
        </p:spPr>
        <p:txBody>
          <a:bodyPr/>
          <a:lstStyle/>
          <a:p>
            <a:pPr eaLnBrk="1" hangingPunct="1">
              <a:buFontTx/>
              <a:buNone/>
            </a:pPr>
            <a:endParaRPr lang="en-US" altLang="en-US" sz="4000" b="1" i="1"/>
          </a:p>
          <a:p>
            <a:pPr eaLnBrk="1" hangingPunct="1">
              <a:buFontTx/>
              <a:buNone/>
            </a:pPr>
            <a:r>
              <a:rPr lang="en-US" altLang="en-US" sz="4000" b="1" i="1"/>
              <a:t>Tolerate </a:t>
            </a:r>
            <a:r>
              <a:rPr lang="en-US" altLang="en-US" sz="4000" b="1" i="1">
                <a:solidFill>
                  <a:srgbClr val="009C47"/>
                </a:solidFill>
              </a:rPr>
              <a:t>refinement</a:t>
            </a:r>
            <a:r>
              <a:rPr lang="en-US" altLang="en-US" sz="4000" b="1" i="1"/>
              <a:t> of design. </a:t>
            </a:r>
          </a:p>
          <a:p>
            <a:pPr eaLnBrk="1" hangingPunct="1">
              <a:buFontTx/>
              <a:buNone/>
            </a:pPr>
            <a:endParaRPr lang="en-US" altLang="zh-CN" sz="4000" b="1">
              <a:ea typeface="SimSun" panose="02010600030101010101" pitchFamily="2" charset="-122"/>
            </a:endParaRPr>
          </a:p>
        </p:txBody>
      </p:sp>
      <p:sp>
        <p:nvSpPr>
          <p:cNvPr id="113668" name="TextBox 2">
            <a:extLst>
              <a:ext uri="{FF2B5EF4-FFF2-40B4-BE49-F238E27FC236}">
                <a16:creationId xmlns:a16="http://schemas.microsoft.com/office/drawing/2014/main" id="{25FDA458-4636-6661-C024-11427A67254A}"/>
              </a:ext>
            </a:extLst>
          </p:cNvPr>
          <p:cNvSpPr txBox="1">
            <a:spLocks noChangeArrowheads="1"/>
          </p:cNvSpPr>
          <p:nvPr/>
        </p:nvSpPr>
        <p:spPr bwMode="auto">
          <a:xfrm>
            <a:off x="2209800" y="2743200"/>
            <a:ext cx="8193088"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altLang="en-US" sz="1800" b="1">
                <a:latin typeface="Garamond" panose="02020404030301010803" pitchFamily="18" charset="0"/>
              </a:rPr>
              <a:t>From the textbook…</a:t>
            </a:r>
            <a:br>
              <a:rPr lang="en-US" altLang="en-US" sz="1800">
                <a:latin typeface="Garamond" panose="02020404030301010803" pitchFamily="18" charset="0"/>
              </a:rPr>
            </a:br>
            <a:r>
              <a:rPr lang="en-US" altLang="en-US" sz="1800">
                <a:latin typeface="Garamond" panose="02020404030301010803" pitchFamily="18" charset="0"/>
              </a:rPr>
              <a:t>We call this process </a:t>
            </a:r>
            <a:r>
              <a:rPr lang="en-US" altLang="en-US" sz="1800" b="1">
                <a:latin typeface="Garamond-Bold"/>
              </a:rPr>
              <a:t>refinement</a:t>
            </a:r>
            <a:r>
              <a:rPr lang="en-US" altLang="en-US" sz="1800">
                <a:latin typeface="Garamond" panose="02020404030301010803" pitchFamily="18" charset="0"/>
              </a:rPr>
              <a:t>. This</a:t>
            </a:r>
          </a:p>
          <a:p>
            <a:pPr eaLnBrk="1" hangingPunct="1"/>
            <a:r>
              <a:rPr lang="en-US" altLang="en-US" sz="1800" b="1">
                <a:latin typeface="Garamond-Bold"/>
              </a:rPr>
              <a:t>top-down strategy </a:t>
            </a:r>
            <a:r>
              <a:rPr lang="en-US" altLang="en-US" sz="1800">
                <a:latin typeface="Garamond" panose="02020404030301010803" pitchFamily="18" charset="0"/>
              </a:rPr>
              <a:t>is very common in design. Consider, for example,</a:t>
            </a:r>
          </a:p>
          <a:p>
            <a:pPr eaLnBrk="1" hangingPunct="1"/>
            <a:r>
              <a:rPr lang="en-US" altLang="en-US" sz="1800">
                <a:latin typeface="Garamond" panose="02020404030301010803" pitchFamily="18" charset="0"/>
              </a:rPr>
              <a:t>the design of a large building complex, such as a university campus or an</a:t>
            </a:r>
          </a:p>
          <a:p>
            <a:pPr eaLnBrk="1" hangingPunct="1"/>
            <a:r>
              <a:rPr lang="en-US" altLang="en-US" sz="1800">
                <a:latin typeface="Garamond" panose="02020404030301010803" pitchFamily="18" charset="0"/>
              </a:rPr>
              <a:t>office park. Designers begin by abstracting all features of the buildings</a:t>
            </a:r>
          </a:p>
          <a:p>
            <a:pPr eaLnBrk="1" hangingPunct="1"/>
            <a:r>
              <a:rPr lang="en-US" altLang="en-US" sz="1800">
                <a:latin typeface="Garamond" panose="02020404030301010803" pitchFamily="18" charset="0"/>
              </a:rPr>
              <a:t>except their locations, masses, and functions. At this level of abstraction,</a:t>
            </a:r>
          </a:p>
          <a:p>
            <a:pPr eaLnBrk="1" hangingPunct="1"/>
            <a:r>
              <a:rPr lang="en-US" altLang="en-US" sz="1800">
                <a:latin typeface="Garamond" panose="02020404030301010803" pitchFamily="18" charset="0"/>
              </a:rPr>
              <a:t>the focus is on satisfying goals and constraints concerning traffic,</a:t>
            </a:r>
          </a:p>
          <a:p>
            <a:pPr eaLnBrk="1" hangingPunct="1"/>
            <a:r>
              <a:rPr lang="en-US" altLang="en-US" sz="1800">
                <a:latin typeface="Garamond" panose="02020404030301010803" pitchFamily="18" charset="0"/>
              </a:rPr>
              <a:t>parking, sight lines, building access, topography, and the relationships</a:t>
            </a:r>
          </a:p>
          <a:p>
            <a:pPr eaLnBrk="1" hangingPunct="1"/>
            <a:r>
              <a:rPr lang="en-US" altLang="en-US" sz="1800">
                <a:latin typeface="Garamond" panose="02020404030301010803" pitchFamily="18" charset="0"/>
              </a:rPr>
              <a:t>between the development and adjoining land and structures. Once this</a:t>
            </a:r>
          </a:p>
          <a:p>
            <a:pPr eaLnBrk="1" hangingPunct="1"/>
            <a:r>
              <a:rPr lang="en-US" altLang="en-US" sz="1800">
                <a:latin typeface="Garamond" panose="02020404030301010803" pitchFamily="18" charset="0"/>
              </a:rPr>
              <a:t>part of the problem is solved, details are added as the buildings’</a:t>
            </a:r>
          </a:p>
          <a:p>
            <a:pPr eaLnBrk="1" hangingPunct="1"/>
            <a:r>
              <a:rPr lang="en-US" altLang="en-US" sz="1800">
                <a:latin typeface="Garamond" panose="02020404030301010803" pitchFamily="18" charset="0"/>
              </a:rPr>
              <a:t>footprints, facades, and connections are developed. Refinement</a:t>
            </a:r>
          </a:p>
          <a:p>
            <a:pPr eaLnBrk="1" hangingPunct="1"/>
            <a:r>
              <a:rPr lang="en-US" altLang="en-US" sz="1800">
                <a:latin typeface="Garamond" panose="02020404030301010803" pitchFamily="18" charset="0"/>
              </a:rPr>
              <a:t>continues until the entire design problem is solved.</a:t>
            </a:r>
            <a:endParaRPr lang="en-US" altLang="en-US" sz="1800"/>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1">
            <a:extLst>
              <a:ext uri="{FF2B5EF4-FFF2-40B4-BE49-F238E27FC236}">
                <a16:creationId xmlns:a16="http://schemas.microsoft.com/office/drawing/2014/main" id="{33A87D57-6679-B30D-2E67-B438944B3ADD}"/>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endParaRPr lang="en-US" altLang="en-US"/>
          </a:p>
        </p:txBody>
      </p:sp>
      <p:sp>
        <p:nvSpPr>
          <p:cNvPr id="115715" name="Content Placeholder 2">
            <a:extLst>
              <a:ext uri="{FF2B5EF4-FFF2-40B4-BE49-F238E27FC236}">
                <a16:creationId xmlns:a16="http://schemas.microsoft.com/office/drawing/2014/main" id="{145D8AD1-2843-5433-914F-F671BDD04734}"/>
              </a:ext>
            </a:extLst>
          </p:cNvPr>
          <p:cNvSpPr>
            <a:spLocks noGrp="1"/>
          </p:cNvSpPr>
          <p:nvPr>
            <p:ph sz="quarter" idx="4294967295"/>
          </p:nvPr>
        </p:nvSpPr>
        <p:spPr>
          <a:xfrm>
            <a:off x="457200" y="1066800"/>
            <a:ext cx="7772400" cy="4572000"/>
          </a:xfrm>
        </p:spPr>
        <p:txBody>
          <a:bodyPr/>
          <a:lstStyle/>
          <a:p>
            <a:pPr eaLnBrk="1" hangingPunct="1"/>
            <a:endParaRPr lang="en-US" altLang="zh-CN" sz="3200" b="1">
              <a:ea typeface="SimSun" panose="02010600030101010101" pitchFamily="2" charset="-122"/>
            </a:endParaRPr>
          </a:p>
          <a:p>
            <a:pPr eaLnBrk="1" hangingPunct="1"/>
            <a:r>
              <a:rPr lang="en-US" altLang="zh-CN" sz="3600" b="1">
                <a:ea typeface="SimSun" panose="02010600030101010101" pitchFamily="2" charset="-122"/>
              </a:rPr>
              <a:t>Never expect to have software design completely perfect within one step.</a:t>
            </a:r>
            <a:endParaRPr lang="en-US" altLang="en-US" sz="3600" b="1">
              <a:ea typeface="SimSun" panose="02010600030101010101" pitchFamily="2" charset="-122"/>
            </a:endParaRPr>
          </a:p>
          <a:p>
            <a:pPr eaLnBrk="1" hangingPunct="1"/>
            <a:endParaRPr lang="en-US" altLang="en-US"/>
          </a:p>
        </p:txBody>
      </p:sp>
      <p:pic>
        <p:nvPicPr>
          <p:cNvPr id="115716" name="Picture 2" descr="Flowchart of design steps: Define, Ideate, Prototype and Test, Build &amp; Deploy, and Analyze &amp; Iterate with a loop.">
            <a:extLst>
              <a:ext uri="{FF2B5EF4-FFF2-40B4-BE49-F238E27FC236}">
                <a16:creationId xmlns:a16="http://schemas.microsoft.com/office/drawing/2014/main" id="{C0C2289E-FDAC-48C8-40B1-2092125715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0363" y="3657600"/>
            <a:ext cx="5883275"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97E7B4D1-E1D8-DC4A-1D73-5DE95CA3E68B}"/>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117763" name="Rectangle 3">
            <a:extLst>
              <a:ext uri="{FF2B5EF4-FFF2-40B4-BE49-F238E27FC236}">
                <a16:creationId xmlns:a16="http://schemas.microsoft.com/office/drawing/2014/main" id="{44C86727-E0E2-AD99-CF47-10D20FE340D4}"/>
              </a:ext>
            </a:extLst>
          </p:cNvPr>
          <p:cNvSpPr>
            <a:spLocks noGrp="1"/>
          </p:cNvSpPr>
          <p:nvPr>
            <p:ph sz="quarter" idx="4294967295"/>
          </p:nvPr>
        </p:nvSpPr>
        <p:spPr>
          <a:xfrm>
            <a:off x="838200" y="1295400"/>
            <a:ext cx="7772400" cy="4572000"/>
          </a:xfrm>
        </p:spPr>
        <p:txBody>
          <a:bodyPr/>
          <a:lstStyle/>
          <a:p>
            <a:pPr eaLnBrk="1" hangingPunct="1"/>
            <a:endParaRPr lang="en-US" altLang="zh-CN" sz="4000" b="1">
              <a:ea typeface="SimSun" panose="02010600030101010101" pitchFamily="2" charset="-122"/>
            </a:endParaRPr>
          </a:p>
          <a:p>
            <a:pPr eaLnBrk="1" hangingPunct="1"/>
            <a:r>
              <a:rPr lang="en-US" altLang="zh-CN" sz="4000" b="1">
                <a:ea typeface="SimSun" panose="02010600030101010101" pitchFamily="2" charset="-122"/>
              </a:rPr>
              <a:t>We may need to use prototyping and iteration to refine the software design.</a:t>
            </a:r>
            <a:endParaRPr lang="en-US" altLang="zh-CN" sz="4000" b="1" i="1">
              <a:ea typeface="SimSun" panose="02010600030101010101" pitchFamily="2" charset="-122"/>
            </a:endParaRPr>
          </a:p>
          <a:p>
            <a:pPr eaLnBrk="1" hangingPunct="1"/>
            <a:endParaRPr lang="en-US" altLang="en-US"/>
          </a:p>
        </p:txBody>
      </p:sp>
      <p:pic>
        <p:nvPicPr>
          <p:cNvPr id="117764" name="Picture 2" descr="&quot;Flowchart illustrating a design process: starting with Define, followed by overlapping stages of Ideate, User Test, and Prototype, then Build &amp; Deploy, and finally Analyse &amp; Iterate, with arrows indicating iterative cycles.&quot;">
            <a:extLst>
              <a:ext uri="{FF2B5EF4-FFF2-40B4-BE49-F238E27FC236}">
                <a16:creationId xmlns:a16="http://schemas.microsoft.com/office/drawing/2014/main" id="{659A714D-BD91-4B1D-5B5B-C94A02F337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2763" y="4191000"/>
            <a:ext cx="5883275"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a:extLst>
              <a:ext uri="{FF2B5EF4-FFF2-40B4-BE49-F238E27FC236}">
                <a16:creationId xmlns:a16="http://schemas.microsoft.com/office/drawing/2014/main" id="{BFC2E776-CEB4-B469-FFFC-659BF74AE2D6}"/>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Software Architecture Design Guidelines – cont.</a:t>
            </a:r>
          </a:p>
        </p:txBody>
      </p:sp>
      <p:sp>
        <p:nvSpPr>
          <p:cNvPr id="119811" name="Rectangle 3">
            <a:extLst>
              <a:ext uri="{FF2B5EF4-FFF2-40B4-BE49-F238E27FC236}">
                <a16:creationId xmlns:a16="http://schemas.microsoft.com/office/drawing/2014/main" id="{BBCA75EA-4F6D-34C5-3CBF-1B1D656F1E8E}"/>
              </a:ext>
            </a:extLst>
          </p:cNvPr>
          <p:cNvSpPr>
            <a:spLocks noGrp="1"/>
          </p:cNvSpPr>
          <p:nvPr>
            <p:ph sz="quarter" idx="4294967295"/>
          </p:nvPr>
        </p:nvSpPr>
        <p:spPr>
          <a:xfrm>
            <a:off x="533400" y="819150"/>
            <a:ext cx="7772400" cy="4572000"/>
          </a:xfrm>
        </p:spPr>
        <p:txBody>
          <a:bodyPr/>
          <a:lstStyle/>
          <a:p>
            <a:pPr eaLnBrk="1" hangingPunct="1"/>
            <a:endParaRPr lang="en-US" altLang="en-US" sz="3200" b="1"/>
          </a:p>
          <a:p>
            <a:pPr eaLnBrk="1" hangingPunct="1"/>
            <a:r>
              <a:rPr lang="en-US" altLang="en-US" sz="3200" b="1"/>
              <a:t>Try to promote </a:t>
            </a:r>
            <a:r>
              <a:rPr lang="en-US" altLang="en-US" sz="3200" b="1">
                <a:solidFill>
                  <a:srgbClr val="009C47"/>
                </a:solidFill>
              </a:rPr>
              <a:t>high cohesion </a:t>
            </a:r>
            <a:r>
              <a:rPr lang="en-US" altLang="en-US" sz="3200" b="1"/>
              <a:t>within each element and </a:t>
            </a:r>
            <a:r>
              <a:rPr lang="en-US" altLang="en-US" sz="3200" b="1">
                <a:solidFill>
                  <a:srgbClr val="009C47"/>
                </a:solidFill>
              </a:rPr>
              <a:t>loose-coupling </a:t>
            </a:r>
            <a:r>
              <a:rPr lang="en-US" altLang="en-US" sz="3200" b="1"/>
              <a:t>between elements.</a:t>
            </a:r>
          </a:p>
        </p:txBody>
      </p:sp>
      <p:pic>
        <p:nvPicPr>
          <p:cNvPr id="119812" name="Picture 5" descr="oop - What does 'low in coupling and high in cohesion' mean - Stack Overflow">
            <a:extLst>
              <a:ext uri="{FF2B5EF4-FFF2-40B4-BE49-F238E27FC236}">
                <a16:creationId xmlns:a16="http://schemas.microsoft.com/office/drawing/2014/main" id="{ED523C85-02AF-6CFF-06D5-5649168DBD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0267"/>
          <a:stretch>
            <a:fillRect/>
          </a:stretch>
        </p:blipFill>
        <p:spPr bwMode="auto">
          <a:xfrm>
            <a:off x="1066800" y="3200400"/>
            <a:ext cx="66992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A9452720-3E8B-4DB8-E52D-DB23C4CCAF98}"/>
              </a:ext>
            </a:extLst>
          </p:cNvPr>
          <p:cNvSpPr>
            <a:spLocks noGrp="1"/>
          </p:cNvSpPr>
          <p:nvPr>
            <p:ph type="title" idx="4294967295"/>
          </p:nvPr>
        </p:nvSpPr>
        <p:spPr>
          <a:xfrm>
            <a:off x="1371600" y="274638"/>
            <a:ext cx="7772400" cy="1143000"/>
          </a:xfrm>
        </p:spPr>
        <p:txBody>
          <a:bodyPr/>
          <a:lstStyle/>
          <a:p>
            <a:pPr eaLnBrk="1" hangingPunct="1"/>
            <a:r>
              <a:rPr lang="en-US" altLang="en-US" sz="4800" b="1">
                <a:solidFill>
                  <a:schemeClr val="tx1"/>
                </a:solidFill>
              </a:rPr>
              <a:t>Summary</a:t>
            </a:r>
          </a:p>
        </p:txBody>
      </p:sp>
      <p:sp>
        <p:nvSpPr>
          <p:cNvPr id="121859" name="Rectangle 3">
            <a:extLst>
              <a:ext uri="{FF2B5EF4-FFF2-40B4-BE49-F238E27FC236}">
                <a16:creationId xmlns:a16="http://schemas.microsoft.com/office/drawing/2014/main" id="{CE0ABBBF-7B03-7634-96FD-D8B283F94CD7}"/>
              </a:ext>
            </a:extLst>
          </p:cNvPr>
          <p:cNvSpPr>
            <a:spLocks noGrp="1"/>
          </p:cNvSpPr>
          <p:nvPr>
            <p:ph sz="quarter" idx="4294967295"/>
          </p:nvPr>
        </p:nvSpPr>
        <p:spPr>
          <a:xfrm>
            <a:off x="1371600" y="1447800"/>
            <a:ext cx="7772400" cy="4572000"/>
          </a:xfrm>
        </p:spPr>
        <p:txBody>
          <a:bodyPr/>
          <a:lstStyle/>
          <a:p>
            <a:pPr eaLnBrk="1" hangingPunct="1"/>
            <a:endParaRPr lang="en-US" altLang="en-US" sz="4000" b="1"/>
          </a:p>
          <a:p>
            <a:pPr eaLnBrk="1" hangingPunct="1"/>
            <a:r>
              <a:rPr lang="en-US" altLang="en-US" sz="4000" b="1"/>
              <a:t>Software architectural design has emerged as an important part of software development.</a:t>
            </a:r>
          </a:p>
        </p:txBody>
      </p:sp>
    </p:spTree>
  </p:cSld>
  <p:clrMapOvr>
    <a:masterClrMapping/>
  </p:clrMapOvr>
  <p:transition spd="slow"/>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37657C31-EB83-6875-8E62-B3EA290E3514}"/>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Summary</a:t>
            </a:r>
          </a:p>
        </p:txBody>
      </p:sp>
      <p:sp>
        <p:nvSpPr>
          <p:cNvPr id="123907" name="Rectangle 3">
            <a:extLst>
              <a:ext uri="{FF2B5EF4-FFF2-40B4-BE49-F238E27FC236}">
                <a16:creationId xmlns:a16="http://schemas.microsoft.com/office/drawing/2014/main" id="{AC4899C3-BE1E-FA2B-1E2A-B835F731EB17}"/>
              </a:ext>
            </a:extLst>
          </p:cNvPr>
          <p:cNvSpPr>
            <a:spLocks noGrp="1"/>
          </p:cNvSpPr>
          <p:nvPr>
            <p:ph sz="quarter" idx="4294967295"/>
          </p:nvPr>
        </p:nvSpPr>
        <p:spPr>
          <a:xfrm>
            <a:off x="1371600" y="1447800"/>
            <a:ext cx="7772400" cy="4572000"/>
          </a:xfrm>
        </p:spPr>
        <p:txBody>
          <a:bodyPr/>
          <a:lstStyle/>
          <a:p>
            <a:pPr eaLnBrk="1" hangingPunct="1"/>
            <a:r>
              <a:rPr lang="en-US" altLang="en-US" sz="4000" b="1"/>
              <a:t>A software architecture specification consists of software elements, connections and collaborations among the elements, and desired software quality attributes.</a:t>
            </a: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15C7B289-65A0-28A1-E391-AF92B89FBF87}"/>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Summary</a:t>
            </a:r>
          </a:p>
        </p:txBody>
      </p:sp>
      <p:sp>
        <p:nvSpPr>
          <p:cNvPr id="74755" name="Rectangle 3">
            <a:extLst>
              <a:ext uri="{FF2B5EF4-FFF2-40B4-BE49-F238E27FC236}">
                <a16:creationId xmlns:a16="http://schemas.microsoft.com/office/drawing/2014/main" id="{6693C549-94BB-DFCC-1B47-4F786A022872}"/>
              </a:ext>
            </a:extLst>
          </p:cNvPr>
          <p:cNvSpPr>
            <a:spLocks noGrp="1" noChangeArrowheads="1"/>
          </p:cNvSpPr>
          <p:nvPr>
            <p:ph sz="quarter" idx="4294967295"/>
          </p:nvPr>
        </p:nvSpPr>
        <p:spPr>
          <a:xfrm>
            <a:off x="1371600" y="1447800"/>
            <a:ext cx="7772400" cy="4572000"/>
          </a:xfrm>
        </p:spPr>
        <p:txBody>
          <a:bodyPr>
            <a:normAutofit fontScale="92500" lnSpcReduction="20000"/>
          </a:bodyPr>
          <a:lstStyle/>
          <a:p>
            <a:pPr marL="274320" indent="-274320" eaLnBrk="1" fontAlgn="auto" hangingPunct="1">
              <a:spcAft>
                <a:spcPts val="0"/>
              </a:spcAft>
              <a:buFont typeface="Wingdings 2"/>
              <a:buChar char=""/>
              <a:defRPr/>
            </a:pPr>
            <a:r>
              <a:rPr lang="en-US" sz="4000" b="1"/>
              <a:t>An architectural style is a set of rules, constraints, or patterns that guide how to structure a system into a set of elements and connectors, </a:t>
            </a:r>
            <a:r>
              <a:rPr lang="en-US" altLang="zh-CN" sz="4000" b="1">
                <a:ea typeface="宋体" pitchFamily="2" charset="-122"/>
              </a:rPr>
              <a:t>and how to govern overall structure design patterns of constituent element types and their runtime interaction.</a:t>
            </a:r>
            <a:endParaRPr lang="en-US" sz="4000" b="1">
              <a:ea typeface="宋体" pitchFamily="2" charset="-122"/>
            </a:endParaRPr>
          </a:p>
        </p:txBody>
      </p:sp>
    </p:spTree>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1169A631-DF41-ACAF-9B79-0A9CC1D67B2F}"/>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Summary</a:t>
            </a:r>
          </a:p>
        </p:txBody>
      </p:sp>
      <p:sp>
        <p:nvSpPr>
          <p:cNvPr id="128003" name="Rectangle 3">
            <a:extLst>
              <a:ext uri="{FF2B5EF4-FFF2-40B4-BE49-F238E27FC236}">
                <a16:creationId xmlns:a16="http://schemas.microsoft.com/office/drawing/2014/main" id="{1A8E5D58-3CB2-D073-D28F-CAB82E0419F3}"/>
              </a:ext>
            </a:extLst>
          </p:cNvPr>
          <p:cNvSpPr>
            <a:spLocks noGrp="1"/>
          </p:cNvSpPr>
          <p:nvPr>
            <p:ph sz="quarter" idx="4294967295"/>
          </p:nvPr>
        </p:nvSpPr>
        <p:spPr>
          <a:xfrm>
            <a:off x="685800" y="1219200"/>
            <a:ext cx="7772400" cy="4572000"/>
          </a:xfrm>
        </p:spPr>
        <p:txBody>
          <a:bodyPr/>
          <a:lstStyle/>
          <a:p>
            <a:pPr eaLnBrk="1" hangingPunct="1"/>
            <a:endParaRPr lang="en-US" altLang="zh-CN" sz="4000" b="1">
              <a:ea typeface="SimSun" panose="02010600030101010101" pitchFamily="2" charset="-122"/>
            </a:endParaRPr>
          </a:p>
          <a:p>
            <a:pPr eaLnBrk="1" hangingPunct="1"/>
            <a:r>
              <a:rPr lang="en-US" altLang="zh-CN" sz="4000" b="1">
                <a:ea typeface="SimSun" panose="02010600030101010101" pitchFamily="2" charset="-122"/>
              </a:rPr>
              <a:t>One specific architectural style may not be able to honor all quality attributes of the system.</a:t>
            </a:r>
            <a:endParaRPr lang="en-US" altLang="en-US" sz="4000" b="1">
              <a:ea typeface="SimSun" panose="02010600030101010101" pitchFamily="2" charset="-122"/>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F1F95041-CAFB-51AB-8723-68560C49777B}"/>
              </a:ext>
            </a:extLst>
          </p:cNvPr>
          <p:cNvSpPr>
            <a:spLocks noGrp="1"/>
          </p:cNvSpPr>
          <p:nvPr>
            <p:ph type="title" idx="4294967295"/>
          </p:nvPr>
        </p:nvSpPr>
        <p:spPr>
          <a:xfrm>
            <a:off x="1371600" y="274638"/>
            <a:ext cx="7772400" cy="1143000"/>
          </a:xfrm>
        </p:spPr>
        <p:txBody>
          <a:bodyPr/>
          <a:lstStyle/>
          <a:p>
            <a:pPr eaLnBrk="1" hangingPunct="1"/>
            <a:r>
              <a:rPr lang="en-US" altLang="en-US" b="1">
                <a:solidFill>
                  <a:schemeClr val="tx1"/>
                </a:solidFill>
              </a:rPr>
              <a:t>Summary</a:t>
            </a:r>
          </a:p>
        </p:txBody>
      </p:sp>
      <p:sp>
        <p:nvSpPr>
          <p:cNvPr id="76803" name="Rectangle 3">
            <a:extLst>
              <a:ext uri="{FF2B5EF4-FFF2-40B4-BE49-F238E27FC236}">
                <a16:creationId xmlns:a16="http://schemas.microsoft.com/office/drawing/2014/main" id="{33CA9DAA-2849-DB8B-BECD-80E82A82D87D}"/>
              </a:ext>
            </a:extLst>
          </p:cNvPr>
          <p:cNvSpPr>
            <a:spLocks noGrp="1" noChangeArrowheads="1"/>
          </p:cNvSpPr>
          <p:nvPr>
            <p:ph sz="quarter" idx="4294967295"/>
          </p:nvPr>
        </p:nvSpPr>
        <p:spPr>
          <a:xfrm>
            <a:off x="1371600" y="1447800"/>
            <a:ext cx="7772400" cy="4572000"/>
          </a:xfrm>
        </p:spPr>
        <p:txBody>
          <a:bodyPr>
            <a:normAutofit fontScale="92500"/>
          </a:bodyPr>
          <a:lstStyle/>
          <a:p>
            <a:pPr marL="274320" indent="-274320" eaLnBrk="1" fontAlgn="auto" hangingPunct="1">
              <a:spcAft>
                <a:spcPts val="0"/>
              </a:spcAft>
              <a:buFont typeface="Wingdings 2"/>
              <a:buChar char=""/>
              <a:defRPr/>
            </a:pPr>
            <a:endParaRPr lang="en-US" altLang="zh-CN" sz="4000" b="1" dirty="0">
              <a:ea typeface="宋体" pitchFamily="2" charset="-122"/>
            </a:endParaRPr>
          </a:p>
          <a:p>
            <a:pPr marL="274320" indent="-274320" eaLnBrk="1" fontAlgn="auto" hangingPunct="1">
              <a:spcAft>
                <a:spcPts val="0"/>
              </a:spcAft>
              <a:buFont typeface="Wingdings 2"/>
              <a:buChar char=""/>
              <a:defRPr/>
            </a:pPr>
            <a:r>
              <a:rPr lang="en-US" altLang="zh-CN" sz="4000" b="1" dirty="0">
                <a:ea typeface="宋体" pitchFamily="2" charset="-122"/>
              </a:rPr>
              <a:t>There are always quality attribute tradeoffs between different styles.</a:t>
            </a:r>
          </a:p>
          <a:p>
            <a:pPr marL="274320" indent="-274320" eaLnBrk="1" fontAlgn="auto" hangingPunct="1">
              <a:spcAft>
                <a:spcPts val="0"/>
              </a:spcAft>
              <a:buFont typeface="Wingdings 2"/>
              <a:buChar char=""/>
              <a:defRPr/>
            </a:pPr>
            <a:r>
              <a:rPr lang="en-US" altLang="zh-CN" sz="4000" b="1" dirty="0">
                <a:ea typeface="宋体" pitchFamily="2" charset="-122"/>
              </a:rPr>
              <a:t>Hence how to keep a balance on quality attributes is an important design issue.</a:t>
            </a:r>
            <a:endParaRPr lang="en-US" sz="4000" b="1" dirty="0">
              <a:ea typeface="宋体" pitchFamily="2" charset="-122"/>
            </a:endParaRPr>
          </a:p>
          <a:p>
            <a:pPr marL="274320" indent="-274320" eaLnBrk="1" fontAlgn="auto" hangingPunct="1">
              <a:spcAft>
                <a:spcPts val="0"/>
              </a:spcAft>
              <a:buFont typeface="Wingdings 2"/>
              <a:buChar char=""/>
              <a:defRPr/>
            </a:pPr>
            <a:endParaRPr lang="en-US" dirty="0"/>
          </a:p>
        </p:txBody>
      </p:sp>
    </p:spTree>
  </p:cSld>
  <p:clrMapOvr>
    <a:masterClrMapping/>
  </p:clrMapOvr>
  <p:transition spd="slow"/>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1855</TotalTime>
  <Words>1657</Words>
  <Application>Microsoft Macintosh PowerPoint</Application>
  <PresentationFormat>On-screen Show (4:3)</PresentationFormat>
  <Paragraphs>203</Paragraphs>
  <Slides>59</Slides>
  <Notes>58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59</vt:i4>
      </vt:variant>
    </vt:vector>
  </HeadingPairs>
  <TitlesOfParts>
    <vt:vector size="71" baseType="lpstr">
      <vt:lpstr>Garamond-Bold</vt:lpstr>
      <vt:lpstr>Garamond-Italic</vt:lpstr>
      <vt:lpstr>宋体</vt:lpstr>
      <vt:lpstr>宋体</vt:lpstr>
      <vt:lpstr>Arial</vt:lpstr>
      <vt:lpstr>Calibri</vt:lpstr>
      <vt:lpstr>Garamond</vt:lpstr>
      <vt:lpstr>Georgia</vt:lpstr>
      <vt:lpstr>Verdana</vt:lpstr>
      <vt:lpstr>Wingdings</vt:lpstr>
      <vt:lpstr>Wingdings 2</vt:lpstr>
      <vt:lpstr>Civic</vt:lpstr>
      <vt:lpstr>Software Architecture</vt:lpstr>
      <vt:lpstr>SOFTWARE ARCHITECTURE</vt:lpstr>
      <vt:lpstr>Software Engineering Design</vt:lpstr>
      <vt:lpstr>Architectural Design</vt:lpstr>
      <vt:lpstr>Detailed Design</vt:lpstr>
      <vt:lpstr>Detailed Design (cont.)</vt:lpstr>
      <vt:lpstr>What is Abstraction?</vt:lpstr>
      <vt:lpstr>What is an Architectural Style?</vt:lpstr>
      <vt:lpstr>Architectural Style (cont. 1)</vt:lpstr>
      <vt:lpstr>Architectural Style (cont. 2)</vt:lpstr>
      <vt:lpstr>Quality Attributes</vt:lpstr>
      <vt:lpstr>Quality Features</vt:lpstr>
      <vt:lpstr>For example, there is always a tradeoff between system performance in terms of : Time  Resource System Reliability Availability. </vt:lpstr>
      <vt:lpstr>Software Architecture: Bridging Requirements and Implementation</vt:lpstr>
      <vt:lpstr>Architectural design</vt:lpstr>
      <vt:lpstr>Architectural Design (cont. 1)</vt:lpstr>
      <vt:lpstr>Architectural Design (cont. 2)</vt:lpstr>
      <vt:lpstr>SUB-SYSTEMS</vt:lpstr>
      <vt:lpstr>SUB-SYSTEMS</vt:lpstr>
      <vt:lpstr>MODULES</vt:lpstr>
      <vt:lpstr>MODULES – cont.</vt:lpstr>
      <vt:lpstr>Software Architecture Specification</vt:lpstr>
      <vt:lpstr>Software Architect’s Tasks</vt:lpstr>
      <vt:lpstr>Software architect’s tasks –cont.</vt:lpstr>
      <vt:lpstr>Software architect’s tasks – cont.</vt:lpstr>
      <vt:lpstr>Software architect’s tasks –cont.</vt:lpstr>
      <vt:lpstr>Software architect’s tasks – cont.</vt:lpstr>
      <vt:lpstr>Architectural Styles</vt:lpstr>
      <vt:lpstr>Architectural Styles – cont.</vt:lpstr>
      <vt:lpstr>Architectural Styles – cont.</vt:lpstr>
      <vt:lpstr>key components of an architectural style</vt:lpstr>
      <vt:lpstr>Elements </vt:lpstr>
      <vt:lpstr>Connectors</vt:lpstr>
      <vt:lpstr>Constraints</vt:lpstr>
      <vt:lpstr>Attributes</vt:lpstr>
      <vt:lpstr>Software Architecture Design Guidelines</vt:lpstr>
      <vt:lpstr>Software Architecture Design Guidelines – cont.</vt:lpstr>
      <vt:lpstr>Software Architecture Design Guidelines –cont. Difference between functional and nonfunctional requirements.</vt:lpstr>
      <vt:lpstr>Software Architecture Design Guidelines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Software Architecture Design Guidelines – cont.</vt:lpstr>
      <vt:lpstr>Summary</vt:lpstr>
      <vt:lpstr>Summary</vt:lpstr>
      <vt:lpstr>Summary</vt:lpstr>
      <vt:lpstr>Summary</vt:lpstr>
      <vt:lpstr>Summary</vt:lpstr>
    </vt:vector>
  </TitlesOfParts>
  <Company>Southern Polytechnis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ARCHITECTURE</dc:title>
  <dc:creator>hpournag</dc:creator>
  <cp:lastModifiedBy>Chenyu Wang</cp:lastModifiedBy>
  <cp:revision>72</cp:revision>
  <dcterms:created xsi:type="dcterms:W3CDTF">2009-05-13T22:26:51Z</dcterms:created>
  <dcterms:modified xsi:type="dcterms:W3CDTF">2026-08-31T11:43:59Z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anorama-manifest">
    <vt:lpwstr>{"dismissals":[{"targetId":{"value":1},"issueTypeIdentifier":"READING_ORDER_ISSUE"},{"targetId":{"value":80},"issueTypeIdentifier":"READING_ORDER_ISSUE"},{"targetId":{"value":196},"issueTypeIdentifier":"READING_ORDER_ISSUE"},{"targetId":{"value":213},"issueTypeIdentifier":"READING_ORDER_ISSUE"},{"targetId":{"value":278},"issueTypeIdentifier":"READING_ORDER_ISSUE"},{"targetId":{"value":422},"issueTypeIdentifier":"READING_ORDER_ISSUE"},{"targetId":{"value":445},"issueTypeIdentifier":"READING_ORDER_ISSUE"},{"targetId":{"value":465},"issueTypeIdentifier":"READING_ORDER_ISSUE"},{"targetId":{"value":490},"issueTypeIdentifier":"READING_ORDER_ISSUE"},{"targetId":{"value":507},"issueTypeIdentifier":"READING_ORDER_ISSUE"}],"remediatedIssues":[{"targetId":{"value":103},"issueTypeIdentifier":"MISSING_ALTERNATIVE_TEXT_ISSUE"},{"targetId":{"value":151},"issueTypeIdentifier":"MISSING_ALTERNATIVE_TEXT_ISSUE"},{"targetId":{"value":287},"issueTypeIdentifier":"MISSING_ALTERNATIVE_TEXT_ISSUE"},{"targetId":{"value":288},"issueTypeIdentifier":"MISSING_ALTERNATIVE_TEXT_ISSUE"},{"targetId":{"value":505},"issueTypeIdentifier":"MISSING_ALTERNATIVE_TEXT_ISSUE"},{"targetId":{"value":506},"issueTypeIdentifier":"MISSING_ALTERNATIVE_TEXT_ISSUE"},{"targetId":{"value":608},"issueTypeIdentifier":"MISSING_ALTERNATIVE_TEXT_ISSUE"}]}</vt:lpwstr>
  </property>
</Properties>
</file>